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704"/>
  </p:normalViewPr>
  <p:slideViewPr>
    <p:cSldViewPr snapToGrid="0" snapToObjects="1">
      <p:cViewPr varScale="1">
        <p:scale>
          <a:sx n="120" d="100"/>
          <a:sy n="120" d="100"/>
        </p:scale>
        <p:origin x="11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B36587-3C4D-464D-B08D-5A65AADEF69B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8128550-F33A-4D72-8855-236BB8DF4DA9}">
      <dgm:prSet/>
      <dgm:spPr/>
      <dgm:t>
        <a:bodyPr/>
        <a:lstStyle/>
        <a:p>
          <a:r>
            <a:rPr lang="de-DE"/>
            <a:t>Daten dauerhaft speichern</a:t>
          </a:r>
          <a:endParaRPr lang="en-US"/>
        </a:p>
      </dgm:t>
    </dgm:pt>
    <dgm:pt modelId="{89E96445-19C6-4E90-9041-94A9ED559235}" type="parTrans" cxnId="{E294CB24-AAB2-48D6-A0A0-42FFC39AE77E}">
      <dgm:prSet/>
      <dgm:spPr/>
      <dgm:t>
        <a:bodyPr/>
        <a:lstStyle/>
        <a:p>
          <a:endParaRPr lang="en-US"/>
        </a:p>
      </dgm:t>
    </dgm:pt>
    <dgm:pt modelId="{2EC247D6-B01C-4111-9B0F-B51BB6092FEF}" type="sibTrans" cxnId="{E294CB24-AAB2-48D6-A0A0-42FFC39AE77E}">
      <dgm:prSet/>
      <dgm:spPr/>
      <dgm:t>
        <a:bodyPr/>
        <a:lstStyle/>
        <a:p>
          <a:endParaRPr lang="en-US"/>
        </a:p>
      </dgm:t>
    </dgm:pt>
    <dgm:pt modelId="{108FF4BD-CAA6-4476-94B7-A340261E5892}">
      <dgm:prSet/>
      <dgm:spPr/>
      <dgm:t>
        <a:bodyPr/>
        <a:lstStyle/>
        <a:p>
          <a:r>
            <a:rPr lang="de-DE"/>
            <a:t>Austauschbar durch Repository‑Pattern</a:t>
          </a:r>
          <a:endParaRPr lang="en-US"/>
        </a:p>
      </dgm:t>
    </dgm:pt>
    <dgm:pt modelId="{CA03EB43-7D25-4797-A426-C1A3B101C131}" type="parTrans" cxnId="{554F233E-96CB-48A9-95B4-582D4FF7BF92}">
      <dgm:prSet/>
      <dgm:spPr/>
      <dgm:t>
        <a:bodyPr/>
        <a:lstStyle/>
        <a:p>
          <a:endParaRPr lang="en-US"/>
        </a:p>
      </dgm:t>
    </dgm:pt>
    <dgm:pt modelId="{F81FA9FE-45D9-45B8-95F5-4C16DD708DF3}" type="sibTrans" cxnId="{554F233E-96CB-48A9-95B4-582D4FF7BF92}">
      <dgm:prSet/>
      <dgm:spPr/>
      <dgm:t>
        <a:bodyPr/>
        <a:lstStyle/>
        <a:p>
          <a:endParaRPr lang="en-US"/>
        </a:p>
      </dgm:t>
    </dgm:pt>
    <dgm:pt modelId="{1FE7C742-72F8-CE47-92D8-EFD5C51E45F8}" type="pres">
      <dgm:prSet presAssocID="{BEB36587-3C4D-464D-B08D-5A65AADEF69B}" presName="vert0" presStyleCnt="0">
        <dgm:presLayoutVars>
          <dgm:dir/>
          <dgm:animOne val="branch"/>
          <dgm:animLvl val="lvl"/>
        </dgm:presLayoutVars>
      </dgm:prSet>
      <dgm:spPr/>
    </dgm:pt>
    <dgm:pt modelId="{B2428922-63B1-4A4E-920B-EE6F96E3D517}" type="pres">
      <dgm:prSet presAssocID="{98128550-F33A-4D72-8855-236BB8DF4DA9}" presName="thickLine" presStyleLbl="alignNode1" presStyleIdx="0" presStyleCnt="2"/>
      <dgm:spPr/>
    </dgm:pt>
    <dgm:pt modelId="{4B7F84C4-168C-A64E-B8CF-6CDBBB6AAE4D}" type="pres">
      <dgm:prSet presAssocID="{98128550-F33A-4D72-8855-236BB8DF4DA9}" presName="horz1" presStyleCnt="0"/>
      <dgm:spPr/>
    </dgm:pt>
    <dgm:pt modelId="{19B14886-2050-5949-A5A3-868D938DB784}" type="pres">
      <dgm:prSet presAssocID="{98128550-F33A-4D72-8855-236BB8DF4DA9}" presName="tx1" presStyleLbl="revTx" presStyleIdx="0" presStyleCnt="2"/>
      <dgm:spPr/>
    </dgm:pt>
    <dgm:pt modelId="{0CE102F7-2FB3-D24C-ABAB-66CD8CC9A0A0}" type="pres">
      <dgm:prSet presAssocID="{98128550-F33A-4D72-8855-236BB8DF4DA9}" presName="vert1" presStyleCnt="0"/>
      <dgm:spPr/>
    </dgm:pt>
    <dgm:pt modelId="{905AA5B4-E337-A544-BF3F-22EFB286052E}" type="pres">
      <dgm:prSet presAssocID="{108FF4BD-CAA6-4476-94B7-A340261E5892}" presName="thickLine" presStyleLbl="alignNode1" presStyleIdx="1" presStyleCnt="2"/>
      <dgm:spPr/>
    </dgm:pt>
    <dgm:pt modelId="{B36BDAEF-9BC8-B140-A52F-8BBD3C65E215}" type="pres">
      <dgm:prSet presAssocID="{108FF4BD-CAA6-4476-94B7-A340261E5892}" presName="horz1" presStyleCnt="0"/>
      <dgm:spPr/>
    </dgm:pt>
    <dgm:pt modelId="{E9F519C0-E055-8E4F-9A81-84CADAC6BCD7}" type="pres">
      <dgm:prSet presAssocID="{108FF4BD-CAA6-4476-94B7-A340261E5892}" presName="tx1" presStyleLbl="revTx" presStyleIdx="1" presStyleCnt="2"/>
      <dgm:spPr/>
    </dgm:pt>
    <dgm:pt modelId="{E7C8686A-D91A-D84E-98B8-7EE7A16F5BDA}" type="pres">
      <dgm:prSet presAssocID="{108FF4BD-CAA6-4476-94B7-A340261E5892}" presName="vert1" presStyleCnt="0"/>
      <dgm:spPr/>
    </dgm:pt>
  </dgm:ptLst>
  <dgm:cxnLst>
    <dgm:cxn modelId="{E294CB24-AAB2-48D6-A0A0-42FFC39AE77E}" srcId="{BEB36587-3C4D-464D-B08D-5A65AADEF69B}" destId="{98128550-F33A-4D72-8855-236BB8DF4DA9}" srcOrd="0" destOrd="0" parTransId="{89E96445-19C6-4E90-9041-94A9ED559235}" sibTransId="{2EC247D6-B01C-4111-9B0F-B51BB6092FEF}"/>
    <dgm:cxn modelId="{554F233E-96CB-48A9-95B4-582D4FF7BF92}" srcId="{BEB36587-3C4D-464D-B08D-5A65AADEF69B}" destId="{108FF4BD-CAA6-4476-94B7-A340261E5892}" srcOrd="1" destOrd="0" parTransId="{CA03EB43-7D25-4797-A426-C1A3B101C131}" sibTransId="{F81FA9FE-45D9-45B8-95F5-4C16DD708DF3}"/>
    <dgm:cxn modelId="{4FA8BD55-A1D7-6E40-8EB1-88DB5A0C64C5}" type="presOf" srcId="{98128550-F33A-4D72-8855-236BB8DF4DA9}" destId="{19B14886-2050-5949-A5A3-868D938DB784}" srcOrd="0" destOrd="0" presId="urn:microsoft.com/office/officeart/2008/layout/LinedList"/>
    <dgm:cxn modelId="{FD97BF72-082C-1844-8BD4-9EB8ECF0B253}" type="presOf" srcId="{108FF4BD-CAA6-4476-94B7-A340261E5892}" destId="{E9F519C0-E055-8E4F-9A81-84CADAC6BCD7}" srcOrd="0" destOrd="0" presId="urn:microsoft.com/office/officeart/2008/layout/LinedList"/>
    <dgm:cxn modelId="{509604D7-C921-764B-8DB4-7ED26D366DD1}" type="presOf" srcId="{BEB36587-3C4D-464D-B08D-5A65AADEF69B}" destId="{1FE7C742-72F8-CE47-92D8-EFD5C51E45F8}" srcOrd="0" destOrd="0" presId="urn:microsoft.com/office/officeart/2008/layout/LinedList"/>
    <dgm:cxn modelId="{6ECF11FB-BF5A-1140-B41D-874E3EBAACE9}" type="presParOf" srcId="{1FE7C742-72F8-CE47-92D8-EFD5C51E45F8}" destId="{B2428922-63B1-4A4E-920B-EE6F96E3D517}" srcOrd="0" destOrd="0" presId="urn:microsoft.com/office/officeart/2008/layout/LinedList"/>
    <dgm:cxn modelId="{0C581616-EF54-2F49-92A1-34C4BEADB214}" type="presParOf" srcId="{1FE7C742-72F8-CE47-92D8-EFD5C51E45F8}" destId="{4B7F84C4-168C-A64E-B8CF-6CDBBB6AAE4D}" srcOrd="1" destOrd="0" presId="urn:microsoft.com/office/officeart/2008/layout/LinedList"/>
    <dgm:cxn modelId="{50EB2FFF-32E7-204F-AB52-85896F00798A}" type="presParOf" srcId="{4B7F84C4-168C-A64E-B8CF-6CDBBB6AAE4D}" destId="{19B14886-2050-5949-A5A3-868D938DB784}" srcOrd="0" destOrd="0" presId="urn:microsoft.com/office/officeart/2008/layout/LinedList"/>
    <dgm:cxn modelId="{D1D3AF72-8415-DC43-8C2C-056313594184}" type="presParOf" srcId="{4B7F84C4-168C-A64E-B8CF-6CDBBB6AAE4D}" destId="{0CE102F7-2FB3-D24C-ABAB-66CD8CC9A0A0}" srcOrd="1" destOrd="0" presId="urn:microsoft.com/office/officeart/2008/layout/LinedList"/>
    <dgm:cxn modelId="{D4E72083-5DAD-F140-A08C-7BF94EE64EEA}" type="presParOf" srcId="{1FE7C742-72F8-CE47-92D8-EFD5C51E45F8}" destId="{905AA5B4-E337-A544-BF3F-22EFB286052E}" srcOrd="2" destOrd="0" presId="urn:microsoft.com/office/officeart/2008/layout/LinedList"/>
    <dgm:cxn modelId="{16A6A5B7-3CBF-F94C-864D-C61439EF7D5D}" type="presParOf" srcId="{1FE7C742-72F8-CE47-92D8-EFD5C51E45F8}" destId="{B36BDAEF-9BC8-B140-A52F-8BBD3C65E215}" srcOrd="3" destOrd="0" presId="urn:microsoft.com/office/officeart/2008/layout/LinedList"/>
    <dgm:cxn modelId="{220E8939-909E-094F-87F1-C79021594A68}" type="presParOf" srcId="{B36BDAEF-9BC8-B140-A52F-8BBD3C65E215}" destId="{E9F519C0-E055-8E4F-9A81-84CADAC6BCD7}" srcOrd="0" destOrd="0" presId="urn:microsoft.com/office/officeart/2008/layout/LinedList"/>
    <dgm:cxn modelId="{1BBD002C-7177-2642-8C32-7E1F5FCA935A}" type="presParOf" srcId="{B36BDAEF-9BC8-B140-A52F-8BBD3C65E215}" destId="{E7C8686A-D91A-D84E-98B8-7EE7A16F5BD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8F0143-0C92-4B0D-B437-6907C500293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F7E6DE2-0D32-4EB3-9DDB-589CEE57C720}">
      <dgm:prSet/>
      <dgm:spPr/>
      <dgm:t>
        <a:bodyPr/>
        <a:lstStyle/>
        <a:p>
          <a:r>
            <a:rPr lang="de-DE"/>
            <a:t>App starten mit: mvn exec:java</a:t>
          </a:r>
          <a:endParaRPr lang="en-US"/>
        </a:p>
      </dgm:t>
    </dgm:pt>
    <dgm:pt modelId="{0B4B4A62-61F1-434A-86FE-3ECD288DEBCD}" type="parTrans" cxnId="{4DA19151-24FB-4A83-B178-2071C48C6BBD}">
      <dgm:prSet/>
      <dgm:spPr/>
      <dgm:t>
        <a:bodyPr/>
        <a:lstStyle/>
        <a:p>
          <a:endParaRPr lang="en-US"/>
        </a:p>
      </dgm:t>
    </dgm:pt>
    <dgm:pt modelId="{BE86E0BD-4C79-4DB4-8F43-BCF96B84CE77}" type="sibTrans" cxnId="{4DA19151-24FB-4A83-B178-2071C48C6BBD}">
      <dgm:prSet/>
      <dgm:spPr/>
      <dgm:t>
        <a:bodyPr/>
        <a:lstStyle/>
        <a:p>
          <a:endParaRPr lang="en-US"/>
        </a:p>
      </dgm:t>
    </dgm:pt>
    <dgm:pt modelId="{99DDAD8F-D11C-4ED5-B75F-B5C7A2EAAAFF}">
      <dgm:prSet/>
      <dgm:spPr/>
      <dgm:t>
        <a:bodyPr/>
        <a:lstStyle/>
        <a:p>
          <a:r>
            <a:rPr lang="de-DE"/>
            <a:t>Konfiguration im pom.xml</a:t>
          </a:r>
          <a:endParaRPr lang="en-US"/>
        </a:p>
      </dgm:t>
    </dgm:pt>
    <dgm:pt modelId="{9BC4E83E-8C02-4FE1-8371-6C03EE414DE8}" type="parTrans" cxnId="{400A7035-7642-4F09-B826-C4D70B1F2C55}">
      <dgm:prSet/>
      <dgm:spPr/>
      <dgm:t>
        <a:bodyPr/>
        <a:lstStyle/>
        <a:p>
          <a:endParaRPr lang="en-US"/>
        </a:p>
      </dgm:t>
    </dgm:pt>
    <dgm:pt modelId="{EED80DE9-9B8C-415B-905D-5F98930E7255}" type="sibTrans" cxnId="{400A7035-7642-4F09-B826-C4D70B1F2C55}">
      <dgm:prSet/>
      <dgm:spPr/>
      <dgm:t>
        <a:bodyPr/>
        <a:lstStyle/>
        <a:p>
          <a:endParaRPr lang="en-US"/>
        </a:p>
      </dgm:t>
    </dgm:pt>
    <dgm:pt modelId="{0274E91A-2BE4-4F4D-BFA2-EFF9B8E600AA}" type="pres">
      <dgm:prSet presAssocID="{3A8F0143-0C92-4B0D-B437-6907C500293F}" presName="root" presStyleCnt="0">
        <dgm:presLayoutVars>
          <dgm:dir/>
          <dgm:resizeHandles val="exact"/>
        </dgm:presLayoutVars>
      </dgm:prSet>
      <dgm:spPr/>
    </dgm:pt>
    <dgm:pt modelId="{9BA23F64-0FDC-4925-B6CE-CD5D483584F8}" type="pres">
      <dgm:prSet presAssocID="{3A8F0143-0C92-4B0D-B437-6907C500293F}" presName="container" presStyleCnt="0">
        <dgm:presLayoutVars>
          <dgm:dir/>
          <dgm:resizeHandles val="exact"/>
        </dgm:presLayoutVars>
      </dgm:prSet>
      <dgm:spPr/>
    </dgm:pt>
    <dgm:pt modelId="{19B97224-615F-49ED-B4FC-8C6661BC66B2}" type="pres">
      <dgm:prSet presAssocID="{AF7E6DE2-0D32-4EB3-9DDB-589CEE57C720}" presName="compNode" presStyleCnt="0"/>
      <dgm:spPr/>
    </dgm:pt>
    <dgm:pt modelId="{38AF1F86-EF5E-45E7-8FEE-51EDB119F2F5}" type="pres">
      <dgm:prSet presAssocID="{AF7E6DE2-0D32-4EB3-9DDB-589CEE57C720}" presName="iconBgRect" presStyleLbl="bgShp" presStyleIdx="0" presStyleCnt="2"/>
      <dgm:spPr/>
    </dgm:pt>
    <dgm:pt modelId="{19AA108F-A9A3-49F0-9DA8-9E513ED945CF}" type="pres">
      <dgm:prSet presAssocID="{AF7E6DE2-0D32-4EB3-9DDB-589CEE57C72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er"/>
        </a:ext>
      </dgm:extLst>
    </dgm:pt>
    <dgm:pt modelId="{B9DD6CC1-2ED5-4635-BB53-05AEBEF2D3F7}" type="pres">
      <dgm:prSet presAssocID="{AF7E6DE2-0D32-4EB3-9DDB-589CEE57C720}" presName="spaceRect" presStyleCnt="0"/>
      <dgm:spPr/>
    </dgm:pt>
    <dgm:pt modelId="{6AB53057-D3AB-4B94-8BCC-ED587F75E9C4}" type="pres">
      <dgm:prSet presAssocID="{AF7E6DE2-0D32-4EB3-9DDB-589CEE57C720}" presName="textRect" presStyleLbl="revTx" presStyleIdx="0" presStyleCnt="2">
        <dgm:presLayoutVars>
          <dgm:chMax val="1"/>
          <dgm:chPref val="1"/>
        </dgm:presLayoutVars>
      </dgm:prSet>
      <dgm:spPr/>
    </dgm:pt>
    <dgm:pt modelId="{1BD3EF88-D221-430C-B770-E75E8F333E7D}" type="pres">
      <dgm:prSet presAssocID="{BE86E0BD-4C79-4DB4-8F43-BCF96B84CE77}" presName="sibTrans" presStyleLbl="sibTrans2D1" presStyleIdx="0" presStyleCnt="0"/>
      <dgm:spPr/>
    </dgm:pt>
    <dgm:pt modelId="{59933DDA-D3E7-490A-AEEA-C207F006F11E}" type="pres">
      <dgm:prSet presAssocID="{99DDAD8F-D11C-4ED5-B75F-B5C7A2EAAAFF}" presName="compNode" presStyleCnt="0"/>
      <dgm:spPr/>
    </dgm:pt>
    <dgm:pt modelId="{728E3AD8-39A0-46E5-AE5C-4914EF063B3B}" type="pres">
      <dgm:prSet presAssocID="{99DDAD8F-D11C-4ED5-B75F-B5C7A2EAAAFF}" presName="iconBgRect" presStyleLbl="bgShp" presStyleIdx="1" presStyleCnt="2"/>
      <dgm:spPr/>
    </dgm:pt>
    <dgm:pt modelId="{D7DE8B77-932D-4A63-B53B-4F6EDEA27E59}" type="pres">
      <dgm:prSet presAssocID="{99DDAD8F-D11C-4ED5-B75F-B5C7A2EAAAF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BE1FADFB-D5F1-475B-AD5C-38293C31D85F}" type="pres">
      <dgm:prSet presAssocID="{99DDAD8F-D11C-4ED5-B75F-B5C7A2EAAAFF}" presName="spaceRect" presStyleCnt="0"/>
      <dgm:spPr/>
    </dgm:pt>
    <dgm:pt modelId="{301BF384-858D-4627-9EAC-A95DDA155085}" type="pres">
      <dgm:prSet presAssocID="{99DDAD8F-D11C-4ED5-B75F-B5C7A2EAAAF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1580005-1828-42BF-AFF9-43DE1F4BE0EE}" type="presOf" srcId="{BE86E0BD-4C79-4DB4-8F43-BCF96B84CE77}" destId="{1BD3EF88-D221-430C-B770-E75E8F333E7D}" srcOrd="0" destOrd="0" presId="urn:microsoft.com/office/officeart/2018/2/layout/IconCircleList"/>
    <dgm:cxn modelId="{79CBBA0B-979C-47FA-82C8-8B181DA93941}" type="presOf" srcId="{AF7E6DE2-0D32-4EB3-9DDB-589CEE57C720}" destId="{6AB53057-D3AB-4B94-8BCC-ED587F75E9C4}" srcOrd="0" destOrd="0" presId="urn:microsoft.com/office/officeart/2018/2/layout/IconCircleList"/>
    <dgm:cxn modelId="{400A7035-7642-4F09-B826-C4D70B1F2C55}" srcId="{3A8F0143-0C92-4B0D-B437-6907C500293F}" destId="{99DDAD8F-D11C-4ED5-B75F-B5C7A2EAAAFF}" srcOrd="1" destOrd="0" parTransId="{9BC4E83E-8C02-4FE1-8371-6C03EE414DE8}" sibTransId="{EED80DE9-9B8C-415B-905D-5F98930E7255}"/>
    <dgm:cxn modelId="{4DA19151-24FB-4A83-B178-2071C48C6BBD}" srcId="{3A8F0143-0C92-4B0D-B437-6907C500293F}" destId="{AF7E6DE2-0D32-4EB3-9DDB-589CEE57C720}" srcOrd="0" destOrd="0" parTransId="{0B4B4A62-61F1-434A-86FE-3ECD288DEBCD}" sibTransId="{BE86E0BD-4C79-4DB4-8F43-BCF96B84CE77}"/>
    <dgm:cxn modelId="{77E0D281-83C1-469A-B979-30A5D69C98FC}" type="presOf" srcId="{99DDAD8F-D11C-4ED5-B75F-B5C7A2EAAAFF}" destId="{301BF384-858D-4627-9EAC-A95DDA155085}" srcOrd="0" destOrd="0" presId="urn:microsoft.com/office/officeart/2018/2/layout/IconCircleList"/>
    <dgm:cxn modelId="{CF37D5C2-47F0-4778-A277-28E0810192CF}" type="presOf" srcId="{3A8F0143-0C92-4B0D-B437-6907C500293F}" destId="{0274E91A-2BE4-4F4D-BFA2-EFF9B8E600AA}" srcOrd="0" destOrd="0" presId="urn:microsoft.com/office/officeart/2018/2/layout/IconCircleList"/>
    <dgm:cxn modelId="{8A0BC5F2-E346-4CB7-9815-58109CED6CB2}" type="presParOf" srcId="{0274E91A-2BE4-4F4D-BFA2-EFF9B8E600AA}" destId="{9BA23F64-0FDC-4925-B6CE-CD5D483584F8}" srcOrd="0" destOrd="0" presId="urn:microsoft.com/office/officeart/2018/2/layout/IconCircleList"/>
    <dgm:cxn modelId="{CDA7F468-5292-4546-BEE4-4545AA79EB3A}" type="presParOf" srcId="{9BA23F64-0FDC-4925-B6CE-CD5D483584F8}" destId="{19B97224-615F-49ED-B4FC-8C6661BC66B2}" srcOrd="0" destOrd="0" presId="urn:microsoft.com/office/officeart/2018/2/layout/IconCircleList"/>
    <dgm:cxn modelId="{ED81E53E-018F-41E9-82F9-3E968E9A9155}" type="presParOf" srcId="{19B97224-615F-49ED-B4FC-8C6661BC66B2}" destId="{38AF1F86-EF5E-45E7-8FEE-51EDB119F2F5}" srcOrd="0" destOrd="0" presId="urn:microsoft.com/office/officeart/2018/2/layout/IconCircleList"/>
    <dgm:cxn modelId="{4B626251-C8E1-49BC-86AB-D671439FF273}" type="presParOf" srcId="{19B97224-615F-49ED-B4FC-8C6661BC66B2}" destId="{19AA108F-A9A3-49F0-9DA8-9E513ED945CF}" srcOrd="1" destOrd="0" presId="urn:microsoft.com/office/officeart/2018/2/layout/IconCircleList"/>
    <dgm:cxn modelId="{A9F8D64B-3ED6-46F7-A043-558003DF508C}" type="presParOf" srcId="{19B97224-615F-49ED-B4FC-8C6661BC66B2}" destId="{B9DD6CC1-2ED5-4635-BB53-05AEBEF2D3F7}" srcOrd="2" destOrd="0" presId="urn:microsoft.com/office/officeart/2018/2/layout/IconCircleList"/>
    <dgm:cxn modelId="{788CBDEC-9767-4186-A84D-835E6C715F44}" type="presParOf" srcId="{19B97224-615F-49ED-B4FC-8C6661BC66B2}" destId="{6AB53057-D3AB-4B94-8BCC-ED587F75E9C4}" srcOrd="3" destOrd="0" presId="urn:microsoft.com/office/officeart/2018/2/layout/IconCircleList"/>
    <dgm:cxn modelId="{AEC46942-0D1D-45E3-ABB8-00A816D2204D}" type="presParOf" srcId="{9BA23F64-0FDC-4925-B6CE-CD5D483584F8}" destId="{1BD3EF88-D221-430C-B770-E75E8F333E7D}" srcOrd="1" destOrd="0" presId="urn:microsoft.com/office/officeart/2018/2/layout/IconCircleList"/>
    <dgm:cxn modelId="{0EFF7691-C075-4FE3-AAD5-9C8B7814C556}" type="presParOf" srcId="{9BA23F64-0FDC-4925-B6CE-CD5D483584F8}" destId="{59933DDA-D3E7-490A-AEEA-C207F006F11E}" srcOrd="2" destOrd="0" presId="urn:microsoft.com/office/officeart/2018/2/layout/IconCircleList"/>
    <dgm:cxn modelId="{C4C1281A-6431-485C-8F40-063A4A3BE3ED}" type="presParOf" srcId="{59933DDA-D3E7-490A-AEEA-C207F006F11E}" destId="{728E3AD8-39A0-46E5-AE5C-4914EF063B3B}" srcOrd="0" destOrd="0" presId="urn:microsoft.com/office/officeart/2018/2/layout/IconCircleList"/>
    <dgm:cxn modelId="{D7379686-C7AF-4919-AC0A-219840BD470C}" type="presParOf" srcId="{59933DDA-D3E7-490A-AEEA-C207F006F11E}" destId="{D7DE8B77-932D-4A63-B53B-4F6EDEA27E59}" srcOrd="1" destOrd="0" presId="urn:microsoft.com/office/officeart/2018/2/layout/IconCircleList"/>
    <dgm:cxn modelId="{A78E4347-8B63-4D39-93E1-577D32B6121E}" type="presParOf" srcId="{59933DDA-D3E7-490A-AEEA-C207F006F11E}" destId="{BE1FADFB-D5F1-475B-AD5C-38293C31D85F}" srcOrd="2" destOrd="0" presId="urn:microsoft.com/office/officeart/2018/2/layout/IconCircleList"/>
    <dgm:cxn modelId="{4B0D4A41-09F0-4EBF-9105-7129A5B4F43A}" type="presParOf" srcId="{59933DDA-D3E7-490A-AEEA-C207F006F11E}" destId="{301BF384-858D-4627-9EAC-A95DDA15508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A9FC3D-5AF3-4097-90E0-ED8A06AA906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31ACE56-6629-4FEC-82B1-780480AD15D5}">
      <dgm:prSet/>
      <dgm:spPr/>
      <dgm:t>
        <a:bodyPr/>
        <a:lstStyle/>
        <a:p>
          <a:r>
            <a:rPr lang="de-DE"/>
            <a:t>Filter nach OPEN/DONE und Kategorie</a:t>
          </a:r>
          <a:endParaRPr lang="en-US"/>
        </a:p>
      </dgm:t>
    </dgm:pt>
    <dgm:pt modelId="{E6AC8CF4-7E79-4B9B-B911-2A1D48E17BE2}" type="parTrans" cxnId="{8AAE177A-260A-4CD0-8E50-F0B0CF08069C}">
      <dgm:prSet/>
      <dgm:spPr/>
      <dgm:t>
        <a:bodyPr/>
        <a:lstStyle/>
        <a:p>
          <a:endParaRPr lang="en-US"/>
        </a:p>
      </dgm:t>
    </dgm:pt>
    <dgm:pt modelId="{3EC699B9-F61D-4306-81E9-D4D3713F9DD6}" type="sibTrans" cxnId="{8AAE177A-260A-4CD0-8E50-F0B0CF08069C}">
      <dgm:prSet/>
      <dgm:spPr/>
      <dgm:t>
        <a:bodyPr/>
        <a:lstStyle/>
        <a:p>
          <a:endParaRPr lang="en-US"/>
        </a:p>
      </dgm:t>
    </dgm:pt>
    <dgm:pt modelId="{28AD7AC7-EFD1-4E23-96C7-7B62F124A2C7}">
      <dgm:prSet/>
      <dgm:spPr/>
      <dgm:t>
        <a:bodyPr/>
        <a:lstStyle/>
        <a:p>
          <a:r>
            <a:rPr lang="de-DE"/>
            <a:t>Streams im TaskService</a:t>
          </a:r>
          <a:endParaRPr lang="en-US"/>
        </a:p>
      </dgm:t>
    </dgm:pt>
    <dgm:pt modelId="{C38010BC-04BC-4674-B1BC-12AFB32B7366}" type="parTrans" cxnId="{79319C71-F3B7-4261-840B-DDF0B2577D6E}">
      <dgm:prSet/>
      <dgm:spPr/>
      <dgm:t>
        <a:bodyPr/>
        <a:lstStyle/>
        <a:p>
          <a:endParaRPr lang="en-US"/>
        </a:p>
      </dgm:t>
    </dgm:pt>
    <dgm:pt modelId="{95EB7CFF-3022-4E7A-AB7E-CB957AF05D70}" type="sibTrans" cxnId="{79319C71-F3B7-4261-840B-DDF0B2577D6E}">
      <dgm:prSet/>
      <dgm:spPr/>
      <dgm:t>
        <a:bodyPr/>
        <a:lstStyle/>
        <a:p>
          <a:endParaRPr lang="en-US"/>
        </a:p>
      </dgm:t>
    </dgm:pt>
    <dgm:pt modelId="{B5FACAFB-5140-6942-BED1-69690463A48D}" type="pres">
      <dgm:prSet presAssocID="{A5A9FC3D-5AF3-4097-90E0-ED8A06AA906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4C64B3B-4E07-444F-AA6A-79DF3F591A3C}" type="pres">
      <dgm:prSet presAssocID="{631ACE56-6629-4FEC-82B1-780480AD15D5}" presName="hierRoot1" presStyleCnt="0"/>
      <dgm:spPr/>
    </dgm:pt>
    <dgm:pt modelId="{0445F142-FE5D-034F-84C2-F012ECB1D56C}" type="pres">
      <dgm:prSet presAssocID="{631ACE56-6629-4FEC-82B1-780480AD15D5}" presName="composite" presStyleCnt="0"/>
      <dgm:spPr/>
    </dgm:pt>
    <dgm:pt modelId="{B73F487C-DC93-D74E-8E29-4E44373C7D7B}" type="pres">
      <dgm:prSet presAssocID="{631ACE56-6629-4FEC-82B1-780480AD15D5}" presName="background" presStyleLbl="node0" presStyleIdx="0" presStyleCnt="2"/>
      <dgm:spPr/>
    </dgm:pt>
    <dgm:pt modelId="{30EDBEC3-5E22-F841-89CD-5C3F96C90285}" type="pres">
      <dgm:prSet presAssocID="{631ACE56-6629-4FEC-82B1-780480AD15D5}" presName="text" presStyleLbl="fgAcc0" presStyleIdx="0" presStyleCnt="2">
        <dgm:presLayoutVars>
          <dgm:chPref val="3"/>
        </dgm:presLayoutVars>
      </dgm:prSet>
      <dgm:spPr/>
    </dgm:pt>
    <dgm:pt modelId="{13DEDE3E-72E1-D342-88C0-126A8D98AED3}" type="pres">
      <dgm:prSet presAssocID="{631ACE56-6629-4FEC-82B1-780480AD15D5}" presName="hierChild2" presStyleCnt="0"/>
      <dgm:spPr/>
    </dgm:pt>
    <dgm:pt modelId="{D083806C-CCC6-9642-BAA3-B497AAC45FBD}" type="pres">
      <dgm:prSet presAssocID="{28AD7AC7-EFD1-4E23-96C7-7B62F124A2C7}" presName="hierRoot1" presStyleCnt="0"/>
      <dgm:spPr/>
    </dgm:pt>
    <dgm:pt modelId="{1727A35D-13FF-3541-B315-C618869CFE8D}" type="pres">
      <dgm:prSet presAssocID="{28AD7AC7-EFD1-4E23-96C7-7B62F124A2C7}" presName="composite" presStyleCnt="0"/>
      <dgm:spPr/>
    </dgm:pt>
    <dgm:pt modelId="{611F2737-A7C7-6E4A-920F-113439E09C64}" type="pres">
      <dgm:prSet presAssocID="{28AD7AC7-EFD1-4E23-96C7-7B62F124A2C7}" presName="background" presStyleLbl="node0" presStyleIdx="1" presStyleCnt="2"/>
      <dgm:spPr/>
    </dgm:pt>
    <dgm:pt modelId="{736AED86-8C02-D747-8565-EE25A1ED3F17}" type="pres">
      <dgm:prSet presAssocID="{28AD7AC7-EFD1-4E23-96C7-7B62F124A2C7}" presName="text" presStyleLbl="fgAcc0" presStyleIdx="1" presStyleCnt="2">
        <dgm:presLayoutVars>
          <dgm:chPref val="3"/>
        </dgm:presLayoutVars>
      </dgm:prSet>
      <dgm:spPr/>
    </dgm:pt>
    <dgm:pt modelId="{522FCC36-7EBC-0044-B824-C9870D7F8428}" type="pres">
      <dgm:prSet presAssocID="{28AD7AC7-EFD1-4E23-96C7-7B62F124A2C7}" presName="hierChild2" presStyleCnt="0"/>
      <dgm:spPr/>
    </dgm:pt>
  </dgm:ptLst>
  <dgm:cxnLst>
    <dgm:cxn modelId="{18404E28-CBEB-C44D-97CF-7A089ECEAF6B}" type="presOf" srcId="{28AD7AC7-EFD1-4E23-96C7-7B62F124A2C7}" destId="{736AED86-8C02-D747-8565-EE25A1ED3F17}" srcOrd="0" destOrd="0" presId="urn:microsoft.com/office/officeart/2005/8/layout/hierarchy1"/>
    <dgm:cxn modelId="{79319C71-F3B7-4261-840B-DDF0B2577D6E}" srcId="{A5A9FC3D-5AF3-4097-90E0-ED8A06AA9061}" destId="{28AD7AC7-EFD1-4E23-96C7-7B62F124A2C7}" srcOrd="1" destOrd="0" parTransId="{C38010BC-04BC-4674-B1BC-12AFB32B7366}" sibTransId="{95EB7CFF-3022-4E7A-AB7E-CB957AF05D70}"/>
    <dgm:cxn modelId="{8AAE177A-260A-4CD0-8E50-F0B0CF08069C}" srcId="{A5A9FC3D-5AF3-4097-90E0-ED8A06AA9061}" destId="{631ACE56-6629-4FEC-82B1-780480AD15D5}" srcOrd="0" destOrd="0" parTransId="{E6AC8CF4-7E79-4B9B-B911-2A1D48E17BE2}" sibTransId="{3EC699B9-F61D-4306-81E9-D4D3713F9DD6}"/>
    <dgm:cxn modelId="{C78EB095-400E-604B-8722-6DA9D9712FB5}" type="presOf" srcId="{A5A9FC3D-5AF3-4097-90E0-ED8A06AA9061}" destId="{B5FACAFB-5140-6942-BED1-69690463A48D}" srcOrd="0" destOrd="0" presId="urn:microsoft.com/office/officeart/2005/8/layout/hierarchy1"/>
    <dgm:cxn modelId="{489866A2-93F3-8C4C-B3C8-6925732BB167}" type="presOf" srcId="{631ACE56-6629-4FEC-82B1-780480AD15D5}" destId="{30EDBEC3-5E22-F841-89CD-5C3F96C90285}" srcOrd="0" destOrd="0" presId="urn:microsoft.com/office/officeart/2005/8/layout/hierarchy1"/>
    <dgm:cxn modelId="{0C71EA47-72D1-4549-AE15-389D7174F922}" type="presParOf" srcId="{B5FACAFB-5140-6942-BED1-69690463A48D}" destId="{94C64B3B-4E07-444F-AA6A-79DF3F591A3C}" srcOrd="0" destOrd="0" presId="urn:microsoft.com/office/officeart/2005/8/layout/hierarchy1"/>
    <dgm:cxn modelId="{355FDC26-1254-C54B-A938-172F7ABD5F35}" type="presParOf" srcId="{94C64B3B-4E07-444F-AA6A-79DF3F591A3C}" destId="{0445F142-FE5D-034F-84C2-F012ECB1D56C}" srcOrd="0" destOrd="0" presId="urn:microsoft.com/office/officeart/2005/8/layout/hierarchy1"/>
    <dgm:cxn modelId="{11DFC01B-5E75-894F-93CB-AFECC8D746C7}" type="presParOf" srcId="{0445F142-FE5D-034F-84C2-F012ECB1D56C}" destId="{B73F487C-DC93-D74E-8E29-4E44373C7D7B}" srcOrd="0" destOrd="0" presId="urn:microsoft.com/office/officeart/2005/8/layout/hierarchy1"/>
    <dgm:cxn modelId="{39942919-7B14-7040-8513-825CBC53F2A2}" type="presParOf" srcId="{0445F142-FE5D-034F-84C2-F012ECB1D56C}" destId="{30EDBEC3-5E22-F841-89CD-5C3F96C90285}" srcOrd="1" destOrd="0" presId="urn:microsoft.com/office/officeart/2005/8/layout/hierarchy1"/>
    <dgm:cxn modelId="{878B90C6-A719-564D-9476-C58E5A992026}" type="presParOf" srcId="{94C64B3B-4E07-444F-AA6A-79DF3F591A3C}" destId="{13DEDE3E-72E1-D342-88C0-126A8D98AED3}" srcOrd="1" destOrd="0" presId="urn:microsoft.com/office/officeart/2005/8/layout/hierarchy1"/>
    <dgm:cxn modelId="{8E769E86-DD1D-D94A-8E72-7B06FE6DB5A0}" type="presParOf" srcId="{B5FACAFB-5140-6942-BED1-69690463A48D}" destId="{D083806C-CCC6-9642-BAA3-B497AAC45FBD}" srcOrd="1" destOrd="0" presId="urn:microsoft.com/office/officeart/2005/8/layout/hierarchy1"/>
    <dgm:cxn modelId="{42F2C6CF-9757-FD4F-8FB0-478788AA5047}" type="presParOf" srcId="{D083806C-CCC6-9642-BAA3-B497AAC45FBD}" destId="{1727A35D-13FF-3541-B315-C618869CFE8D}" srcOrd="0" destOrd="0" presId="urn:microsoft.com/office/officeart/2005/8/layout/hierarchy1"/>
    <dgm:cxn modelId="{999B1A38-ED79-F241-9CBF-B6FC73E81576}" type="presParOf" srcId="{1727A35D-13FF-3541-B315-C618869CFE8D}" destId="{611F2737-A7C7-6E4A-920F-113439E09C64}" srcOrd="0" destOrd="0" presId="urn:microsoft.com/office/officeart/2005/8/layout/hierarchy1"/>
    <dgm:cxn modelId="{1E1A44A4-843A-C242-A7CD-5F9CBAA22BCA}" type="presParOf" srcId="{1727A35D-13FF-3541-B315-C618869CFE8D}" destId="{736AED86-8C02-D747-8565-EE25A1ED3F17}" srcOrd="1" destOrd="0" presId="urn:microsoft.com/office/officeart/2005/8/layout/hierarchy1"/>
    <dgm:cxn modelId="{41E25C10-958A-9A4B-BF9A-D2021CB081A7}" type="presParOf" srcId="{D083806C-CCC6-9642-BAA3-B497AAC45FBD}" destId="{522FCC36-7EBC-0044-B824-C9870D7F842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0915F3-1FEF-47ED-9E67-8888130452D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2ACDD4C-FB68-4873-8939-ED743B684B98}">
      <dgm:prSet/>
      <dgm:spPr/>
      <dgm:t>
        <a:bodyPr/>
        <a:lstStyle/>
        <a:p>
          <a:pPr>
            <a:defRPr cap="all"/>
          </a:pPr>
          <a:r>
            <a:rPr lang="en-US"/>
            <a:t>Encoding/BOM</a:t>
          </a:r>
        </a:p>
      </dgm:t>
    </dgm:pt>
    <dgm:pt modelId="{46488C1E-6426-47A1-95FF-F3B58D71C01A}" type="parTrans" cxnId="{997C7BA4-94FF-4156-BF8B-AF8EA9BB0E50}">
      <dgm:prSet/>
      <dgm:spPr/>
      <dgm:t>
        <a:bodyPr/>
        <a:lstStyle/>
        <a:p>
          <a:endParaRPr lang="en-US"/>
        </a:p>
      </dgm:t>
    </dgm:pt>
    <dgm:pt modelId="{016F8946-EFE5-4C28-A903-3222351C9BC9}" type="sibTrans" cxnId="{997C7BA4-94FF-4156-BF8B-AF8EA9BB0E50}">
      <dgm:prSet/>
      <dgm:spPr/>
      <dgm:t>
        <a:bodyPr/>
        <a:lstStyle/>
        <a:p>
          <a:endParaRPr lang="en-US"/>
        </a:p>
      </dgm:t>
    </dgm:pt>
    <dgm:pt modelId="{93354282-5828-4DEF-8A7C-5D1CE9467942}">
      <dgm:prSet/>
      <dgm:spPr/>
      <dgm:t>
        <a:bodyPr/>
        <a:lstStyle/>
        <a:p>
          <a:pPr>
            <a:defRPr cap="all"/>
          </a:pPr>
          <a:r>
            <a:rPr lang="en-US"/>
            <a:t>Merge-Konflikte</a:t>
          </a:r>
        </a:p>
      </dgm:t>
    </dgm:pt>
    <dgm:pt modelId="{4DFC899B-BF2A-407B-8256-7FA9AA9A7D14}" type="parTrans" cxnId="{D24D4B1A-18B8-4745-BF1C-19C3A8BA383A}">
      <dgm:prSet/>
      <dgm:spPr/>
      <dgm:t>
        <a:bodyPr/>
        <a:lstStyle/>
        <a:p>
          <a:endParaRPr lang="en-US"/>
        </a:p>
      </dgm:t>
    </dgm:pt>
    <dgm:pt modelId="{64618240-42B4-4042-9B85-14EFE9817E66}" type="sibTrans" cxnId="{D24D4B1A-18B8-4745-BF1C-19C3A8BA383A}">
      <dgm:prSet/>
      <dgm:spPr/>
      <dgm:t>
        <a:bodyPr/>
        <a:lstStyle/>
        <a:p>
          <a:endParaRPr lang="en-US"/>
        </a:p>
      </dgm:t>
    </dgm:pt>
    <dgm:pt modelId="{E96E41BD-3EE4-404F-81DF-461BFFB58E3C}">
      <dgm:prSet/>
      <dgm:spPr/>
      <dgm:t>
        <a:bodyPr/>
        <a:lstStyle/>
        <a:p>
          <a:pPr>
            <a:defRPr cap="all"/>
          </a:pPr>
          <a:r>
            <a:rPr lang="en-US"/>
            <a:t>Service-Abhängigkeiten</a:t>
          </a:r>
        </a:p>
      </dgm:t>
    </dgm:pt>
    <dgm:pt modelId="{665C83BF-C3E1-4C1F-B091-947165E17635}" type="parTrans" cxnId="{FF482439-2269-4C1A-BC98-E58DA014D75B}">
      <dgm:prSet/>
      <dgm:spPr/>
      <dgm:t>
        <a:bodyPr/>
        <a:lstStyle/>
        <a:p>
          <a:endParaRPr lang="en-US"/>
        </a:p>
      </dgm:t>
    </dgm:pt>
    <dgm:pt modelId="{1AE63297-CF82-4B17-ADE6-3D4A6D4FEC37}" type="sibTrans" cxnId="{FF482439-2269-4C1A-BC98-E58DA014D75B}">
      <dgm:prSet/>
      <dgm:spPr/>
      <dgm:t>
        <a:bodyPr/>
        <a:lstStyle/>
        <a:p>
          <a:endParaRPr lang="en-US"/>
        </a:p>
      </dgm:t>
    </dgm:pt>
    <dgm:pt modelId="{B8BED7AD-5881-4932-A632-B04561C36DED}" type="pres">
      <dgm:prSet presAssocID="{030915F3-1FEF-47ED-9E67-8888130452D0}" presName="root" presStyleCnt="0">
        <dgm:presLayoutVars>
          <dgm:dir/>
          <dgm:resizeHandles val="exact"/>
        </dgm:presLayoutVars>
      </dgm:prSet>
      <dgm:spPr/>
    </dgm:pt>
    <dgm:pt modelId="{7D4D2185-FADD-4F6C-92BD-C8EB44E2C605}" type="pres">
      <dgm:prSet presAssocID="{F2ACDD4C-FB68-4873-8939-ED743B684B98}" presName="compNode" presStyleCnt="0"/>
      <dgm:spPr/>
    </dgm:pt>
    <dgm:pt modelId="{48022375-B7DF-4CDB-AAE3-0EDB85FD7D25}" type="pres">
      <dgm:prSet presAssocID="{F2ACDD4C-FB68-4873-8939-ED743B684B98}" presName="iconBgRect" presStyleLbl="bgShp" presStyleIdx="0" presStyleCnt="3"/>
      <dgm:spPr/>
    </dgm:pt>
    <dgm:pt modelId="{5DEDB6DE-5F65-4B5A-A494-B3ABB6293CC3}" type="pres">
      <dgm:prSet presAssocID="{F2ACDD4C-FB68-4873-8939-ED743B684B9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tokopierer"/>
        </a:ext>
      </dgm:extLst>
    </dgm:pt>
    <dgm:pt modelId="{2E2957C9-81E3-4B6C-9EAC-3A24A65150DE}" type="pres">
      <dgm:prSet presAssocID="{F2ACDD4C-FB68-4873-8939-ED743B684B98}" presName="spaceRect" presStyleCnt="0"/>
      <dgm:spPr/>
    </dgm:pt>
    <dgm:pt modelId="{C23B164D-90A8-44F1-B36B-75D0B44336D7}" type="pres">
      <dgm:prSet presAssocID="{F2ACDD4C-FB68-4873-8939-ED743B684B98}" presName="textRect" presStyleLbl="revTx" presStyleIdx="0" presStyleCnt="3">
        <dgm:presLayoutVars>
          <dgm:chMax val="1"/>
          <dgm:chPref val="1"/>
        </dgm:presLayoutVars>
      </dgm:prSet>
      <dgm:spPr/>
    </dgm:pt>
    <dgm:pt modelId="{5B5D74A0-625B-4426-9F04-8CA9C1D3251D}" type="pres">
      <dgm:prSet presAssocID="{016F8946-EFE5-4C28-A903-3222351C9BC9}" presName="sibTrans" presStyleCnt="0"/>
      <dgm:spPr/>
    </dgm:pt>
    <dgm:pt modelId="{2245DD65-335E-4D05-8385-61205AEEF128}" type="pres">
      <dgm:prSet presAssocID="{93354282-5828-4DEF-8A7C-5D1CE9467942}" presName="compNode" presStyleCnt="0"/>
      <dgm:spPr/>
    </dgm:pt>
    <dgm:pt modelId="{C0D994E4-81D1-4F57-9BAE-39AB6ECB1483}" type="pres">
      <dgm:prSet presAssocID="{93354282-5828-4DEF-8A7C-5D1CE9467942}" presName="iconBgRect" presStyleLbl="bgShp" presStyleIdx="1" presStyleCnt="3"/>
      <dgm:spPr/>
    </dgm:pt>
    <dgm:pt modelId="{9A0C1D9F-1F8C-4980-B013-A170B15B594C}" type="pres">
      <dgm:prSet presAssocID="{93354282-5828-4DEF-8A7C-5D1CE946794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trennt"/>
        </a:ext>
      </dgm:extLst>
    </dgm:pt>
    <dgm:pt modelId="{EEBC7801-302A-4B13-8629-A73D15FA5B5E}" type="pres">
      <dgm:prSet presAssocID="{93354282-5828-4DEF-8A7C-5D1CE9467942}" presName="spaceRect" presStyleCnt="0"/>
      <dgm:spPr/>
    </dgm:pt>
    <dgm:pt modelId="{8E1B6770-F9B2-4883-8AAF-FA1DA78BD35E}" type="pres">
      <dgm:prSet presAssocID="{93354282-5828-4DEF-8A7C-5D1CE9467942}" presName="textRect" presStyleLbl="revTx" presStyleIdx="1" presStyleCnt="3">
        <dgm:presLayoutVars>
          <dgm:chMax val="1"/>
          <dgm:chPref val="1"/>
        </dgm:presLayoutVars>
      </dgm:prSet>
      <dgm:spPr/>
    </dgm:pt>
    <dgm:pt modelId="{CDABCFF2-AC0D-40D8-80BE-0D2036BFA2EA}" type="pres">
      <dgm:prSet presAssocID="{64618240-42B4-4042-9B85-14EFE9817E66}" presName="sibTrans" presStyleCnt="0"/>
      <dgm:spPr/>
    </dgm:pt>
    <dgm:pt modelId="{2B41CCEA-2EE4-416B-B808-374630D8A577}" type="pres">
      <dgm:prSet presAssocID="{E96E41BD-3EE4-404F-81DF-461BFFB58E3C}" presName="compNode" presStyleCnt="0"/>
      <dgm:spPr/>
    </dgm:pt>
    <dgm:pt modelId="{81EBC597-26A6-452F-BC7F-2C626BA30AEE}" type="pres">
      <dgm:prSet presAssocID="{E96E41BD-3EE4-404F-81DF-461BFFB58E3C}" presName="iconBgRect" presStyleLbl="bgShp" presStyleIdx="2" presStyleCnt="3"/>
      <dgm:spPr/>
    </dgm:pt>
    <dgm:pt modelId="{399D76B0-6706-4B80-9C90-8AA929A02EA8}" type="pres">
      <dgm:prSet presAssocID="{E96E41BD-3EE4-404F-81DF-461BFFB58E3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ung"/>
        </a:ext>
      </dgm:extLst>
    </dgm:pt>
    <dgm:pt modelId="{AC1C33C0-B334-403C-8CBC-85CF9EA21A4E}" type="pres">
      <dgm:prSet presAssocID="{E96E41BD-3EE4-404F-81DF-461BFFB58E3C}" presName="spaceRect" presStyleCnt="0"/>
      <dgm:spPr/>
    </dgm:pt>
    <dgm:pt modelId="{401965FE-DEB9-4067-9FBA-517AB544429F}" type="pres">
      <dgm:prSet presAssocID="{E96E41BD-3EE4-404F-81DF-461BFFB58E3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24D4B1A-18B8-4745-BF1C-19C3A8BA383A}" srcId="{030915F3-1FEF-47ED-9E67-8888130452D0}" destId="{93354282-5828-4DEF-8A7C-5D1CE9467942}" srcOrd="1" destOrd="0" parTransId="{4DFC899B-BF2A-407B-8256-7FA9AA9A7D14}" sibTransId="{64618240-42B4-4042-9B85-14EFE9817E66}"/>
    <dgm:cxn modelId="{FF482439-2269-4C1A-BC98-E58DA014D75B}" srcId="{030915F3-1FEF-47ED-9E67-8888130452D0}" destId="{E96E41BD-3EE4-404F-81DF-461BFFB58E3C}" srcOrd="2" destOrd="0" parTransId="{665C83BF-C3E1-4C1F-B091-947165E17635}" sibTransId="{1AE63297-CF82-4B17-ADE6-3D4A6D4FEC37}"/>
    <dgm:cxn modelId="{1CD49892-B6ED-41A1-809E-7541F9B5A618}" type="presOf" srcId="{030915F3-1FEF-47ED-9E67-8888130452D0}" destId="{B8BED7AD-5881-4932-A632-B04561C36DED}" srcOrd="0" destOrd="0" presId="urn:microsoft.com/office/officeart/2018/5/layout/IconCircleLabelList"/>
    <dgm:cxn modelId="{A23C629C-F6C5-4881-8C09-1C9A7CAF63A9}" type="presOf" srcId="{F2ACDD4C-FB68-4873-8939-ED743B684B98}" destId="{C23B164D-90A8-44F1-B36B-75D0B44336D7}" srcOrd="0" destOrd="0" presId="urn:microsoft.com/office/officeart/2018/5/layout/IconCircleLabelList"/>
    <dgm:cxn modelId="{997C7BA4-94FF-4156-BF8B-AF8EA9BB0E50}" srcId="{030915F3-1FEF-47ED-9E67-8888130452D0}" destId="{F2ACDD4C-FB68-4873-8939-ED743B684B98}" srcOrd="0" destOrd="0" parTransId="{46488C1E-6426-47A1-95FF-F3B58D71C01A}" sibTransId="{016F8946-EFE5-4C28-A903-3222351C9BC9}"/>
    <dgm:cxn modelId="{BBD85FDC-CDB1-4B7E-B6F3-98889660DF4C}" type="presOf" srcId="{E96E41BD-3EE4-404F-81DF-461BFFB58E3C}" destId="{401965FE-DEB9-4067-9FBA-517AB544429F}" srcOrd="0" destOrd="0" presId="urn:microsoft.com/office/officeart/2018/5/layout/IconCircleLabelList"/>
    <dgm:cxn modelId="{DB12ACDE-9D36-4F96-9823-82A1B74FE931}" type="presOf" srcId="{93354282-5828-4DEF-8A7C-5D1CE9467942}" destId="{8E1B6770-F9B2-4883-8AAF-FA1DA78BD35E}" srcOrd="0" destOrd="0" presId="urn:microsoft.com/office/officeart/2018/5/layout/IconCircleLabelList"/>
    <dgm:cxn modelId="{B8CCD221-599F-4A66-80EB-8B706E9C826A}" type="presParOf" srcId="{B8BED7AD-5881-4932-A632-B04561C36DED}" destId="{7D4D2185-FADD-4F6C-92BD-C8EB44E2C605}" srcOrd="0" destOrd="0" presId="urn:microsoft.com/office/officeart/2018/5/layout/IconCircleLabelList"/>
    <dgm:cxn modelId="{EC3810E7-6B6E-4E95-A05B-AEFCB55CD82D}" type="presParOf" srcId="{7D4D2185-FADD-4F6C-92BD-C8EB44E2C605}" destId="{48022375-B7DF-4CDB-AAE3-0EDB85FD7D25}" srcOrd="0" destOrd="0" presId="urn:microsoft.com/office/officeart/2018/5/layout/IconCircleLabelList"/>
    <dgm:cxn modelId="{5B3801E5-D048-4CF4-9885-CC3120D2C149}" type="presParOf" srcId="{7D4D2185-FADD-4F6C-92BD-C8EB44E2C605}" destId="{5DEDB6DE-5F65-4B5A-A494-B3ABB6293CC3}" srcOrd="1" destOrd="0" presId="urn:microsoft.com/office/officeart/2018/5/layout/IconCircleLabelList"/>
    <dgm:cxn modelId="{8508132A-5730-4564-B84B-3BD7CFE0104F}" type="presParOf" srcId="{7D4D2185-FADD-4F6C-92BD-C8EB44E2C605}" destId="{2E2957C9-81E3-4B6C-9EAC-3A24A65150DE}" srcOrd="2" destOrd="0" presId="urn:microsoft.com/office/officeart/2018/5/layout/IconCircleLabelList"/>
    <dgm:cxn modelId="{C2F6091C-08C9-4E66-A563-D3723D878087}" type="presParOf" srcId="{7D4D2185-FADD-4F6C-92BD-C8EB44E2C605}" destId="{C23B164D-90A8-44F1-B36B-75D0B44336D7}" srcOrd="3" destOrd="0" presId="urn:microsoft.com/office/officeart/2018/5/layout/IconCircleLabelList"/>
    <dgm:cxn modelId="{05294E4D-0E6C-4F94-B5ED-2C72923F18E8}" type="presParOf" srcId="{B8BED7AD-5881-4932-A632-B04561C36DED}" destId="{5B5D74A0-625B-4426-9F04-8CA9C1D3251D}" srcOrd="1" destOrd="0" presId="urn:microsoft.com/office/officeart/2018/5/layout/IconCircleLabelList"/>
    <dgm:cxn modelId="{2361F6B6-18A9-4EF4-87AB-7A8FEA7D57CA}" type="presParOf" srcId="{B8BED7AD-5881-4932-A632-B04561C36DED}" destId="{2245DD65-335E-4D05-8385-61205AEEF128}" srcOrd="2" destOrd="0" presId="urn:microsoft.com/office/officeart/2018/5/layout/IconCircleLabelList"/>
    <dgm:cxn modelId="{4F5184B4-CE3D-497A-BA3A-6FEB4C09AED0}" type="presParOf" srcId="{2245DD65-335E-4D05-8385-61205AEEF128}" destId="{C0D994E4-81D1-4F57-9BAE-39AB6ECB1483}" srcOrd="0" destOrd="0" presId="urn:microsoft.com/office/officeart/2018/5/layout/IconCircleLabelList"/>
    <dgm:cxn modelId="{1442F00E-2E50-4297-B0D1-C56AEDDB5A23}" type="presParOf" srcId="{2245DD65-335E-4D05-8385-61205AEEF128}" destId="{9A0C1D9F-1F8C-4980-B013-A170B15B594C}" srcOrd="1" destOrd="0" presId="urn:microsoft.com/office/officeart/2018/5/layout/IconCircleLabelList"/>
    <dgm:cxn modelId="{535A3A8B-6811-4BF2-8E84-95D7CEF12651}" type="presParOf" srcId="{2245DD65-335E-4D05-8385-61205AEEF128}" destId="{EEBC7801-302A-4B13-8629-A73D15FA5B5E}" srcOrd="2" destOrd="0" presId="urn:microsoft.com/office/officeart/2018/5/layout/IconCircleLabelList"/>
    <dgm:cxn modelId="{7C33AA34-8C10-4A63-A0E1-DD269F113ECF}" type="presParOf" srcId="{2245DD65-335E-4D05-8385-61205AEEF128}" destId="{8E1B6770-F9B2-4883-8AAF-FA1DA78BD35E}" srcOrd="3" destOrd="0" presId="urn:microsoft.com/office/officeart/2018/5/layout/IconCircleLabelList"/>
    <dgm:cxn modelId="{40162314-E618-475E-8CCA-4E3AC41421E8}" type="presParOf" srcId="{B8BED7AD-5881-4932-A632-B04561C36DED}" destId="{CDABCFF2-AC0D-40D8-80BE-0D2036BFA2EA}" srcOrd="3" destOrd="0" presId="urn:microsoft.com/office/officeart/2018/5/layout/IconCircleLabelList"/>
    <dgm:cxn modelId="{8FE5B5B7-BD8E-4618-AB3A-A104EF927095}" type="presParOf" srcId="{B8BED7AD-5881-4932-A632-B04561C36DED}" destId="{2B41CCEA-2EE4-416B-B808-374630D8A577}" srcOrd="4" destOrd="0" presId="urn:microsoft.com/office/officeart/2018/5/layout/IconCircleLabelList"/>
    <dgm:cxn modelId="{66FE06AA-7438-411C-B53D-83C72DAA9D9B}" type="presParOf" srcId="{2B41CCEA-2EE4-416B-B808-374630D8A577}" destId="{81EBC597-26A6-452F-BC7F-2C626BA30AEE}" srcOrd="0" destOrd="0" presId="urn:microsoft.com/office/officeart/2018/5/layout/IconCircleLabelList"/>
    <dgm:cxn modelId="{0F577FE0-72E5-4B4D-895E-C7C8BA031185}" type="presParOf" srcId="{2B41CCEA-2EE4-416B-B808-374630D8A577}" destId="{399D76B0-6706-4B80-9C90-8AA929A02EA8}" srcOrd="1" destOrd="0" presId="urn:microsoft.com/office/officeart/2018/5/layout/IconCircleLabelList"/>
    <dgm:cxn modelId="{AA3097C9-2F06-495B-9CD1-0E731E4C1895}" type="presParOf" srcId="{2B41CCEA-2EE4-416B-B808-374630D8A577}" destId="{AC1C33C0-B334-403C-8CBC-85CF9EA21A4E}" srcOrd="2" destOrd="0" presId="urn:microsoft.com/office/officeart/2018/5/layout/IconCircleLabelList"/>
    <dgm:cxn modelId="{0D3AFAFA-95CE-49BE-8268-583CF6ECB290}" type="presParOf" srcId="{2B41CCEA-2EE4-416B-B808-374630D8A577}" destId="{401965FE-DEB9-4067-9FBA-517AB544429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B57D04-9167-46E4-A467-6FDE2214B95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BB79ACA-E22D-4E5E-AA5C-C20CF2CAFBC3}">
      <dgm:prSet/>
      <dgm:spPr/>
      <dgm:t>
        <a:bodyPr/>
        <a:lstStyle/>
        <a:p>
          <a:r>
            <a:rPr lang="de-DE"/>
            <a:t>Alle 10 User Stories umgesetzt</a:t>
          </a:r>
          <a:endParaRPr lang="en-US"/>
        </a:p>
      </dgm:t>
    </dgm:pt>
    <dgm:pt modelId="{4543364D-28D9-471E-8FF6-B5410729607C}" type="parTrans" cxnId="{11386F8D-A526-4051-90AF-E9587976A65A}">
      <dgm:prSet/>
      <dgm:spPr/>
      <dgm:t>
        <a:bodyPr/>
        <a:lstStyle/>
        <a:p>
          <a:endParaRPr lang="en-US"/>
        </a:p>
      </dgm:t>
    </dgm:pt>
    <dgm:pt modelId="{5631CDE5-A808-4F7F-A847-0D7F317E96DE}" type="sibTrans" cxnId="{11386F8D-A526-4051-90AF-E9587976A65A}">
      <dgm:prSet/>
      <dgm:spPr/>
      <dgm:t>
        <a:bodyPr/>
        <a:lstStyle/>
        <a:p>
          <a:endParaRPr lang="en-US"/>
        </a:p>
      </dgm:t>
    </dgm:pt>
    <dgm:pt modelId="{8792FA15-9518-4818-9429-F1BBE44DF037}">
      <dgm:prSet/>
      <dgm:spPr/>
      <dgm:t>
        <a:bodyPr/>
        <a:lstStyle/>
        <a:p>
          <a:r>
            <a:rPr lang="de-DE"/>
            <a:t>Saubere Architektur &amp; erweiterbar</a:t>
          </a:r>
          <a:endParaRPr lang="en-US"/>
        </a:p>
      </dgm:t>
    </dgm:pt>
    <dgm:pt modelId="{6B654F45-F1F3-4EF7-95E9-C110457DB223}" type="parTrans" cxnId="{C713285F-2D8B-479C-9130-0D861A4CC051}">
      <dgm:prSet/>
      <dgm:spPr/>
      <dgm:t>
        <a:bodyPr/>
        <a:lstStyle/>
        <a:p>
          <a:endParaRPr lang="en-US"/>
        </a:p>
      </dgm:t>
    </dgm:pt>
    <dgm:pt modelId="{16D989A6-18D5-41C9-8E67-FC21ADDD0E08}" type="sibTrans" cxnId="{C713285F-2D8B-479C-9130-0D861A4CC051}">
      <dgm:prSet/>
      <dgm:spPr/>
      <dgm:t>
        <a:bodyPr/>
        <a:lstStyle/>
        <a:p>
          <a:endParaRPr lang="en-US"/>
        </a:p>
      </dgm:t>
    </dgm:pt>
    <dgm:pt modelId="{5A6006EE-278C-4C13-BE61-ADA80D080D86}" type="pres">
      <dgm:prSet presAssocID="{53B57D04-9167-46E4-A467-6FDE2214B95E}" presName="root" presStyleCnt="0">
        <dgm:presLayoutVars>
          <dgm:dir/>
          <dgm:resizeHandles val="exact"/>
        </dgm:presLayoutVars>
      </dgm:prSet>
      <dgm:spPr/>
    </dgm:pt>
    <dgm:pt modelId="{753267FA-8929-4C68-B190-BD955AE73B65}" type="pres">
      <dgm:prSet presAssocID="{8BB79ACA-E22D-4E5E-AA5C-C20CF2CAFBC3}" presName="compNode" presStyleCnt="0"/>
      <dgm:spPr/>
    </dgm:pt>
    <dgm:pt modelId="{1C727F39-4B61-4778-A02B-1697063E5218}" type="pres">
      <dgm:prSet presAssocID="{8BB79ACA-E22D-4E5E-AA5C-C20CF2CAFBC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nutzer"/>
        </a:ext>
      </dgm:extLst>
    </dgm:pt>
    <dgm:pt modelId="{24BC012C-8686-45FF-A934-864661B4FE1D}" type="pres">
      <dgm:prSet presAssocID="{8BB79ACA-E22D-4E5E-AA5C-C20CF2CAFBC3}" presName="spaceRect" presStyleCnt="0"/>
      <dgm:spPr/>
    </dgm:pt>
    <dgm:pt modelId="{FAA2B911-876A-4033-BFE9-0697D7A78E56}" type="pres">
      <dgm:prSet presAssocID="{8BB79ACA-E22D-4E5E-AA5C-C20CF2CAFBC3}" presName="textRect" presStyleLbl="revTx" presStyleIdx="0" presStyleCnt="2">
        <dgm:presLayoutVars>
          <dgm:chMax val="1"/>
          <dgm:chPref val="1"/>
        </dgm:presLayoutVars>
      </dgm:prSet>
      <dgm:spPr/>
    </dgm:pt>
    <dgm:pt modelId="{A2B6D357-1F5F-4A05-9CD2-A6887FAFB684}" type="pres">
      <dgm:prSet presAssocID="{5631CDE5-A808-4F7F-A847-0D7F317E96DE}" presName="sibTrans" presStyleCnt="0"/>
      <dgm:spPr/>
    </dgm:pt>
    <dgm:pt modelId="{ED7F8052-1AF0-46B3-9D08-4B38062FC984}" type="pres">
      <dgm:prSet presAssocID="{8792FA15-9518-4818-9429-F1BBE44DF037}" presName="compNode" presStyleCnt="0"/>
      <dgm:spPr/>
    </dgm:pt>
    <dgm:pt modelId="{3E3AAA5D-BD61-4E32-83B9-D74ED9D2EDDD}" type="pres">
      <dgm:prSet presAssocID="{8792FA15-9518-4818-9429-F1BBE44DF03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zwerk"/>
        </a:ext>
      </dgm:extLst>
    </dgm:pt>
    <dgm:pt modelId="{94B61ECC-5B92-4208-9ECF-ADE4EFE08F8E}" type="pres">
      <dgm:prSet presAssocID="{8792FA15-9518-4818-9429-F1BBE44DF037}" presName="spaceRect" presStyleCnt="0"/>
      <dgm:spPr/>
    </dgm:pt>
    <dgm:pt modelId="{C5234EF7-4B83-4143-8001-D0D627A858AF}" type="pres">
      <dgm:prSet presAssocID="{8792FA15-9518-4818-9429-F1BBE44DF03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4163838-B269-41F9-939C-6253E4E41187}" type="presOf" srcId="{8BB79ACA-E22D-4E5E-AA5C-C20CF2CAFBC3}" destId="{FAA2B911-876A-4033-BFE9-0697D7A78E56}" srcOrd="0" destOrd="0" presId="urn:microsoft.com/office/officeart/2018/2/layout/IconLabelList"/>
    <dgm:cxn modelId="{092F6E58-F74B-4A50-A436-13A984A389E6}" type="presOf" srcId="{53B57D04-9167-46E4-A467-6FDE2214B95E}" destId="{5A6006EE-278C-4C13-BE61-ADA80D080D86}" srcOrd="0" destOrd="0" presId="urn:microsoft.com/office/officeart/2018/2/layout/IconLabelList"/>
    <dgm:cxn modelId="{C713285F-2D8B-479C-9130-0D861A4CC051}" srcId="{53B57D04-9167-46E4-A467-6FDE2214B95E}" destId="{8792FA15-9518-4818-9429-F1BBE44DF037}" srcOrd="1" destOrd="0" parTransId="{6B654F45-F1F3-4EF7-95E9-C110457DB223}" sibTransId="{16D989A6-18D5-41C9-8E67-FC21ADDD0E08}"/>
    <dgm:cxn modelId="{56968F84-1E89-48EE-96FF-4DF6626B353D}" type="presOf" srcId="{8792FA15-9518-4818-9429-F1BBE44DF037}" destId="{C5234EF7-4B83-4143-8001-D0D627A858AF}" srcOrd="0" destOrd="0" presId="urn:microsoft.com/office/officeart/2018/2/layout/IconLabelList"/>
    <dgm:cxn modelId="{11386F8D-A526-4051-90AF-E9587976A65A}" srcId="{53B57D04-9167-46E4-A467-6FDE2214B95E}" destId="{8BB79ACA-E22D-4E5E-AA5C-C20CF2CAFBC3}" srcOrd="0" destOrd="0" parTransId="{4543364D-28D9-471E-8FF6-B5410729607C}" sibTransId="{5631CDE5-A808-4F7F-A847-0D7F317E96DE}"/>
    <dgm:cxn modelId="{E2B9816E-CE8C-4108-B34D-43A8950E5B6B}" type="presParOf" srcId="{5A6006EE-278C-4C13-BE61-ADA80D080D86}" destId="{753267FA-8929-4C68-B190-BD955AE73B65}" srcOrd="0" destOrd="0" presId="urn:microsoft.com/office/officeart/2018/2/layout/IconLabelList"/>
    <dgm:cxn modelId="{05CD92C2-51B5-44D4-A426-524D78231D7C}" type="presParOf" srcId="{753267FA-8929-4C68-B190-BD955AE73B65}" destId="{1C727F39-4B61-4778-A02B-1697063E5218}" srcOrd="0" destOrd="0" presId="urn:microsoft.com/office/officeart/2018/2/layout/IconLabelList"/>
    <dgm:cxn modelId="{620D3EF1-974F-4B74-AA0B-B8A2FD18E172}" type="presParOf" srcId="{753267FA-8929-4C68-B190-BD955AE73B65}" destId="{24BC012C-8686-45FF-A934-864661B4FE1D}" srcOrd="1" destOrd="0" presId="urn:microsoft.com/office/officeart/2018/2/layout/IconLabelList"/>
    <dgm:cxn modelId="{DD8500A3-88E5-481D-AD9E-2FBAA995DB85}" type="presParOf" srcId="{753267FA-8929-4C68-B190-BD955AE73B65}" destId="{FAA2B911-876A-4033-BFE9-0697D7A78E56}" srcOrd="2" destOrd="0" presId="urn:microsoft.com/office/officeart/2018/2/layout/IconLabelList"/>
    <dgm:cxn modelId="{B0C6A718-BD0D-4635-8026-95E0EBF01199}" type="presParOf" srcId="{5A6006EE-278C-4C13-BE61-ADA80D080D86}" destId="{A2B6D357-1F5F-4A05-9CD2-A6887FAFB684}" srcOrd="1" destOrd="0" presId="urn:microsoft.com/office/officeart/2018/2/layout/IconLabelList"/>
    <dgm:cxn modelId="{AA8C291D-BC9A-4C54-8585-B2ECF3D8575E}" type="presParOf" srcId="{5A6006EE-278C-4C13-BE61-ADA80D080D86}" destId="{ED7F8052-1AF0-46B3-9D08-4B38062FC984}" srcOrd="2" destOrd="0" presId="urn:microsoft.com/office/officeart/2018/2/layout/IconLabelList"/>
    <dgm:cxn modelId="{613F60FE-CD4A-4808-9DEE-6E1821752912}" type="presParOf" srcId="{ED7F8052-1AF0-46B3-9D08-4B38062FC984}" destId="{3E3AAA5D-BD61-4E32-83B9-D74ED9D2EDDD}" srcOrd="0" destOrd="0" presId="urn:microsoft.com/office/officeart/2018/2/layout/IconLabelList"/>
    <dgm:cxn modelId="{6CC50CD7-415C-456A-AF5F-ABE9D5276CA8}" type="presParOf" srcId="{ED7F8052-1AF0-46B3-9D08-4B38062FC984}" destId="{94B61ECC-5B92-4208-9ECF-ADE4EFE08F8E}" srcOrd="1" destOrd="0" presId="urn:microsoft.com/office/officeart/2018/2/layout/IconLabelList"/>
    <dgm:cxn modelId="{DE8EEB0B-E3AC-467C-85D8-A11D6A6771A1}" type="presParOf" srcId="{ED7F8052-1AF0-46B3-9D08-4B38062FC984}" destId="{C5234EF7-4B83-4143-8001-D0D627A858A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428922-63B1-4A4E-920B-EE6F96E3D517}">
      <dsp:nvSpPr>
        <dsp:cNvPr id="0" name=""/>
        <dsp:cNvSpPr/>
      </dsp:nvSpPr>
      <dsp:spPr>
        <a:xfrm>
          <a:off x="0" y="0"/>
          <a:ext cx="50360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9B14886-2050-5949-A5A3-868D938DB784}">
      <dsp:nvSpPr>
        <dsp:cNvPr id="0" name=""/>
        <dsp:cNvSpPr/>
      </dsp:nvSpPr>
      <dsp:spPr>
        <a:xfrm>
          <a:off x="0" y="0"/>
          <a:ext cx="5036058" cy="2151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500" kern="1200"/>
            <a:t>Daten dauerhaft speichern</a:t>
          </a:r>
          <a:endParaRPr lang="en-US" sz="4500" kern="1200"/>
        </a:p>
      </dsp:txBody>
      <dsp:txXfrm>
        <a:off x="0" y="0"/>
        <a:ext cx="5036058" cy="2151732"/>
      </dsp:txXfrm>
    </dsp:sp>
    <dsp:sp modelId="{905AA5B4-E337-A544-BF3F-22EFB286052E}">
      <dsp:nvSpPr>
        <dsp:cNvPr id="0" name=""/>
        <dsp:cNvSpPr/>
      </dsp:nvSpPr>
      <dsp:spPr>
        <a:xfrm>
          <a:off x="0" y="2151732"/>
          <a:ext cx="50360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9F519C0-E055-8E4F-9A81-84CADAC6BCD7}">
      <dsp:nvSpPr>
        <dsp:cNvPr id="0" name=""/>
        <dsp:cNvSpPr/>
      </dsp:nvSpPr>
      <dsp:spPr>
        <a:xfrm>
          <a:off x="0" y="2151732"/>
          <a:ext cx="5036058" cy="2151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500" kern="1200"/>
            <a:t>Austauschbar durch Repository‑Pattern</a:t>
          </a:r>
          <a:endParaRPr lang="en-US" sz="4500" kern="1200"/>
        </a:p>
      </dsp:txBody>
      <dsp:txXfrm>
        <a:off x="0" y="2151732"/>
        <a:ext cx="5036058" cy="21517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AF1F86-EF5E-45E7-8FEE-51EDB119F2F5}">
      <dsp:nvSpPr>
        <dsp:cNvPr id="0" name=""/>
        <dsp:cNvSpPr/>
      </dsp:nvSpPr>
      <dsp:spPr>
        <a:xfrm>
          <a:off x="1258275" y="1299952"/>
          <a:ext cx="705462" cy="7054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AA108F-A9A3-49F0-9DA8-9E513ED945CF}">
      <dsp:nvSpPr>
        <dsp:cNvPr id="0" name=""/>
        <dsp:cNvSpPr/>
      </dsp:nvSpPr>
      <dsp:spPr>
        <a:xfrm>
          <a:off x="1406422" y="1448099"/>
          <a:ext cx="409167" cy="4091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B53057-D3AB-4B94-8BCC-ED587F75E9C4}">
      <dsp:nvSpPr>
        <dsp:cNvPr id="0" name=""/>
        <dsp:cNvSpPr/>
      </dsp:nvSpPr>
      <dsp:spPr>
        <a:xfrm>
          <a:off x="2114907" y="1299952"/>
          <a:ext cx="1662874" cy="705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App starten mit: mvn exec:java</a:t>
          </a:r>
          <a:endParaRPr lang="en-US" sz="1900" kern="1200"/>
        </a:p>
      </dsp:txBody>
      <dsp:txXfrm>
        <a:off x="2114907" y="1299952"/>
        <a:ext cx="1662874" cy="705462"/>
      </dsp:txXfrm>
    </dsp:sp>
    <dsp:sp modelId="{728E3AD8-39A0-46E5-AE5C-4914EF063B3B}">
      <dsp:nvSpPr>
        <dsp:cNvPr id="0" name=""/>
        <dsp:cNvSpPr/>
      </dsp:nvSpPr>
      <dsp:spPr>
        <a:xfrm>
          <a:off x="1258275" y="2298050"/>
          <a:ext cx="705462" cy="7054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DE8B77-932D-4A63-B53B-4F6EDEA27E59}">
      <dsp:nvSpPr>
        <dsp:cNvPr id="0" name=""/>
        <dsp:cNvSpPr/>
      </dsp:nvSpPr>
      <dsp:spPr>
        <a:xfrm>
          <a:off x="1406422" y="2446197"/>
          <a:ext cx="409167" cy="4091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1BF384-858D-4627-9EAC-A95DDA155085}">
      <dsp:nvSpPr>
        <dsp:cNvPr id="0" name=""/>
        <dsp:cNvSpPr/>
      </dsp:nvSpPr>
      <dsp:spPr>
        <a:xfrm>
          <a:off x="2114907" y="2298050"/>
          <a:ext cx="1662874" cy="705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Konfiguration im pom.xml</a:t>
          </a:r>
          <a:endParaRPr lang="en-US" sz="1900" kern="1200"/>
        </a:p>
      </dsp:txBody>
      <dsp:txXfrm>
        <a:off x="2114907" y="2298050"/>
        <a:ext cx="1662874" cy="7054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3F487C-DC93-D74E-8E29-4E44373C7D7B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DBEC3-5E22-F841-89CD-5C3F96C90285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200" kern="1200"/>
            <a:t>Filter nach OPEN/DONE und Kategorie</a:t>
          </a:r>
          <a:endParaRPr lang="en-US" sz="4200" kern="1200"/>
        </a:p>
      </dsp:txBody>
      <dsp:txXfrm>
        <a:off x="456496" y="980400"/>
        <a:ext cx="3381034" cy="2099279"/>
      </dsp:txXfrm>
    </dsp:sp>
    <dsp:sp modelId="{611F2737-A7C7-6E4A-920F-113439E09C64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6AED86-8C02-D747-8565-EE25A1ED3F17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200" kern="1200"/>
            <a:t>Streams im TaskService</a:t>
          </a:r>
          <a:endParaRPr lang="en-US" sz="4200" kern="1200"/>
        </a:p>
      </dsp:txBody>
      <dsp:txXfrm>
        <a:off x="4748523" y="980400"/>
        <a:ext cx="3381034" cy="20992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022375-B7DF-4CDB-AAE3-0EDB85FD7D25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EDB6DE-5F65-4B5A-A494-B3ABB6293CC3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3B164D-90A8-44F1-B36B-75D0B44336D7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Encoding/BOM</a:t>
          </a:r>
        </a:p>
      </dsp:txBody>
      <dsp:txXfrm>
        <a:off x="46529" y="2703902"/>
        <a:ext cx="2418750" cy="720000"/>
      </dsp:txXfrm>
    </dsp:sp>
    <dsp:sp modelId="{C0D994E4-81D1-4F57-9BAE-39AB6ECB1483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0C1D9F-1F8C-4980-B013-A170B15B594C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1B6770-F9B2-4883-8AAF-FA1DA78BD35E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Merge-Konflikte</a:t>
          </a:r>
        </a:p>
      </dsp:txBody>
      <dsp:txXfrm>
        <a:off x="2888560" y="2703902"/>
        <a:ext cx="2418750" cy="720000"/>
      </dsp:txXfrm>
    </dsp:sp>
    <dsp:sp modelId="{81EBC597-26A6-452F-BC7F-2C626BA30AEE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9D76B0-6706-4B80-9C90-8AA929A02EA8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965FE-DEB9-4067-9FBA-517AB544429F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Service-Abhängigkeiten</a:t>
          </a:r>
        </a:p>
      </dsp:txBody>
      <dsp:txXfrm>
        <a:off x="5730591" y="2703902"/>
        <a:ext cx="2418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727F39-4B61-4778-A02B-1697063E5218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A2B911-876A-4033-BFE9-0697D7A78E56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Alle 10 User Stories umgesetzt</a:t>
          </a:r>
          <a:endParaRPr lang="en-US" sz="2500" kern="1200"/>
        </a:p>
      </dsp:txBody>
      <dsp:txXfrm>
        <a:off x="85060" y="2776702"/>
        <a:ext cx="3690000" cy="720000"/>
      </dsp:txXfrm>
    </dsp:sp>
    <dsp:sp modelId="{3E3AAA5D-BD61-4E32-83B9-D74ED9D2EDDD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34EF7-4B83-4143-8001-D0D627A858AF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Saubere Architektur &amp; erweiterbar</a:t>
          </a:r>
          <a:endParaRPr lang="en-US" sz="2500" kern="1200"/>
        </a:p>
      </dsp:txBody>
      <dsp:txXfrm>
        <a:off x="4420810" y="2776702"/>
        <a:ext cx="369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33739E3-2922-4229-841B-33CE71C67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6978" y="1012536"/>
            <a:ext cx="3365860" cy="3141111"/>
          </a:xfrm>
        </p:spPr>
        <p:txBody>
          <a:bodyPr anchor="t">
            <a:normAutofit/>
          </a:bodyPr>
          <a:lstStyle/>
          <a:p>
            <a:pPr algn="l"/>
            <a:r>
              <a:rPr lang="de-DE" sz="4200"/>
              <a:t>ToDo App – User Stories 1–10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6978" y="4389120"/>
            <a:ext cx="3306171" cy="1192815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de-DE" sz="1500"/>
              <a:t>Projektpräsentation</a:t>
            </a:r>
          </a:p>
          <a:p>
            <a:pPr lvl="0" algn="l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sz="1500">
                <a:latin typeface="-apple-system"/>
              </a:rPr>
              <a:t>Alaa Al Hasan</a:t>
            </a:r>
            <a:br>
              <a:rPr lang="de-DE" altLang="de-DE" sz="1500"/>
            </a:br>
            <a:r>
              <a:rPr lang="de-DE" altLang="de-DE" sz="1500">
                <a:latin typeface="-apple-system"/>
              </a:rPr>
              <a:t>Mohamed Ali Aladani</a:t>
            </a:r>
            <a:br>
              <a:rPr lang="de-DE" altLang="de-DE" sz="1500"/>
            </a:br>
            <a:r>
              <a:rPr lang="de-DE" altLang="de-DE" sz="1500">
                <a:latin typeface="-apple-system"/>
              </a:rPr>
              <a:t>Majd </a:t>
            </a:r>
            <a:r>
              <a:rPr lang="de-DE" altLang="de-DE" sz="1500" err="1">
                <a:latin typeface="-apple-system"/>
              </a:rPr>
              <a:t>Alkahwaji</a:t>
            </a:r>
            <a:br>
              <a:rPr lang="de-DE" altLang="de-DE" sz="1500"/>
            </a:br>
            <a:r>
              <a:rPr lang="de-DE" altLang="de-DE" sz="1500">
                <a:latin typeface="-apple-system"/>
              </a:rPr>
              <a:t>Nourhan Hassoun</a:t>
            </a:r>
            <a:endParaRPr lang="de-DE" altLang="de-DE" sz="1500">
              <a:latin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0" y="-3"/>
            <a:ext cx="4572000" cy="6858000"/>
          </a:xfrm>
          <a:prstGeom prst="rect">
            <a:avLst/>
          </a:prstGeom>
          <a:gradFill>
            <a:gsLst>
              <a:gs pos="26000">
                <a:srgbClr val="000000"/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999" y="-3"/>
            <a:ext cx="4571999" cy="640853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rgbClr val="000000">
                  <a:alpha val="52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289611" y="2003610"/>
            <a:ext cx="6858002" cy="2850776"/>
          </a:xfrm>
          <a:prstGeom prst="rect">
            <a:avLst/>
          </a:prstGeom>
          <a:gradFill>
            <a:gsLst>
              <a:gs pos="0">
                <a:srgbClr val="000000">
                  <a:alpha val="34000"/>
                </a:srgbClr>
              </a:gs>
              <a:gs pos="96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List">
            <a:extLst>
              <a:ext uri="{FF2B5EF4-FFF2-40B4-BE49-F238E27FC236}">
                <a16:creationId xmlns:a16="http://schemas.microsoft.com/office/drawing/2014/main" id="{2D183F33-1703-D29A-394F-449BA0B0D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0296" y="1976718"/>
            <a:ext cx="2904564" cy="29045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de-DE" sz="3500"/>
              <a:t>Projektüberblick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de-DE" sz="1700"/>
              <a:t>Ziel: Konsolenbasierte ToDo-App</a:t>
            </a:r>
          </a:p>
          <a:p>
            <a:r>
              <a:rPr lang="de-DE" sz="1700"/>
              <a:t>Technologien: Java, Maven, SQLite, jOOQ</a:t>
            </a:r>
          </a:p>
          <a:p>
            <a:r>
              <a:rPr lang="de-DE" sz="1700"/>
              <a:t>Agile Entwicklung mit User Stories</a:t>
            </a:r>
          </a:p>
        </p:txBody>
      </p:sp>
      <p:pic>
        <p:nvPicPr>
          <p:cNvPr id="15" name="Picture 4" descr="Wand mit aufgemaltem Pfeil und Dartscheibe">
            <a:extLst>
              <a:ext uri="{FF2B5EF4-FFF2-40B4-BE49-F238E27FC236}">
                <a16:creationId xmlns:a16="http://schemas.microsoft.com/office/drawing/2014/main" id="{79C3B2D3-62C7-E7B0-722A-43B92776F8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280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Kurznotizen an einer Wand">
            <a:extLst>
              <a:ext uri="{FF2B5EF4-FFF2-40B4-BE49-F238E27FC236}">
                <a16:creationId xmlns:a16="http://schemas.microsoft.com/office/drawing/2014/main" id="{09ADF90F-B2C0-C695-E83F-0B4CDA0B26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650" r="29083" b="1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de-DE" sz="3500" dirty="0"/>
              <a:t>User Stories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de-DE" sz="1700" dirty="0"/>
              <a:t>US-01 Aufgabe anlegen</a:t>
            </a:r>
          </a:p>
          <a:p>
            <a:r>
              <a:rPr lang="de-DE" sz="1700" dirty="0"/>
              <a:t>US-02 Aufgaben anzeigen</a:t>
            </a:r>
          </a:p>
          <a:p>
            <a:r>
              <a:rPr lang="de-DE" sz="1700" dirty="0"/>
              <a:t>US-03 Aufgabe erledigen</a:t>
            </a:r>
          </a:p>
          <a:p>
            <a:r>
              <a:rPr lang="de-DE" sz="1700" dirty="0"/>
              <a:t>US-04 Aufgabe löschen</a:t>
            </a:r>
          </a:p>
          <a:p>
            <a:r>
              <a:rPr lang="de-DE" sz="1700" dirty="0"/>
              <a:t>US-US‑05 – Kategorien verwalten</a:t>
            </a:r>
          </a:p>
          <a:p>
            <a:r>
              <a:rPr lang="de-DE" sz="1700" dirty="0"/>
              <a:t>US-06 Kategorien anzeigen</a:t>
            </a:r>
          </a:p>
          <a:p>
            <a:r>
              <a:rPr lang="de-DE" sz="1700" dirty="0"/>
              <a:t>US‑07 – Persistenz mit SQLite &amp; </a:t>
            </a:r>
            <a:r>
              <a:rPr lang="de-DE" sz="1700" dirty="0" err="1"/>
              <a:t>jOOQ</a:t>
            </a:r>
            <a:endParaRPr lang="de-DE" sz="1700" dirty="0"/>
          </a:p>
          <a:p>
            <a:r>
              <a:rPr lang="de-DE" sz="1700" dirty="0"/>
              <a:t>US‑08 – Start über Maven </a:t>
            </a:r>
            <a:r>
              <a:rPr lang="de-DE" sz="1700" dirty="0" err="1"/>
              <a:t>Exec</a:t>
            </a:r>
            <a:r>
              <a:rPr lang="de-DE" sz="1700" dirty="0"/>
              <a:t> Plugin</a:t>
            </a:r>
          </a:p>
          <a:p>
            <a:r>
              <a:rPr lang="de-DE" sz="1700" dirty="0"/>
              <a:t>US‑09 – Filtern nach Status/Kategorie</a:t>
            </a:r>
          </a:p>
          <a:p>
            <a:r>
              <a:rPr lang="de-DE" sz="1700" dirty="0"/>
              <a:t>US‑10 – Überfällige Aufgaben kennzeichnen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943" y="991261"/>
            <a:ext cx="4316022" cy="1837349"/>
          </a:xfrm>
        </p:spPr>
        <p:txBody>
          <a:bodyPr>
            <a:normAutofit/>
          </a:bodyPr>
          <a:lstStyle/>
          <a:p>
            <a:r>
              <a:rPr lang="de-DE" sz="3100">
                <a:solidFill>
                  <a:schemeClr val="tx2"/>
                </a:solidFill>
              </a:rPr>
              <a:t>US-01 – Aufgabe anlegen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7809" y="2979336"/>
            <a:ext cx="4282290" cy="2430864"/>
          </a:xfrm>
        </p:spPr>
        <p:txBody>
          <a:bodyPr anchor="t">
            <a:normAutofit/>
          </a:bodyPr>
          <a:lstStyle/>
          <a:p>
            <a:r>
              <a:rPr lang="de-DE" sz="1700" b="1" dirty="0">
                <a:solidFill>
                  <a:schemeClr val="tx2"/>
                </a:solidFill>
              </a:rPr>
              <a:t>Ziel:</a:t>
            </a:r>
            <a:r>
              <a:rPr lang="de-DE" sz="1700" dirty="0">
                <a:solidFill>
                  <a:schemeClr val="tx2"/>
                </a:solidFill>
              </a:rPr>
              <a:t> Erstellen von Aufgaben mit Titel, Beschreibung und Fälligkeitsdatum.</a:t>
            </a:r>
          </a:p>
          <a:p>
            <a:r>
              <a:rPr lang="de-DE" sz="1700" b="1" dirty="0">
                <a:solidFill>
                  <a:schemeClr val="tx2"/>
                </a:solidFill>
              </a:rPr>
              <a:t>Implementierung:</a:t>
            </a:r>
            <a:endParaRPr lang="de-DE" sz="1700" dirty="0">
              <a:solidFill>
                <a:schemeClr val="tx2"/>
              </a:solidFill>
            </a:endParaRPr>
          </a:p>
          <a:p>
            <a:r>
              <a:rPr lang="de-DE" sz="1700" dirty="0">
                <a:solidFill>
                  <a:schemeClr val="tx2"/>
                </a:solidFill>
              </a:rPr>
              <a:t>Eingabeaufforderung für Titel, Beschreibung und Fälligkeitsdatum.</a:t>
            </a:r>
          </a:p>
          <a:p>
            <a:r>
              <a:rPr lang="de-DE" sz="1700" dirty="0">
                <a:solidFill>
                  <a:schemeClr val="tx2"/>
                </a:solidFill>
              </a:rPr>
              <a:t>Validierung der Eingaben.</a:t>
            </a:r>
          </a:p>
          <a:p>
            <a:r>
              <a:rPr lang="de-DE" sz="1700" b="1" dirty="0">
                <a:solidFill>
                  <a:schemeClr val="tx2"/>
                </a:solidFill>
              </a:rPr>
              <a:t>Schwierigkeiten:</a:t>
            </a:r>
            <a:r>
              <a:rPr lang="de-DE" sz="1700" dirty="0">
                <a:solidFill>
                  <a:schemeClr val="tx2"/>
                </a:solidFill>
              </a:rPr>
              <a:t> Sicherstellen, dass der Titel nicht leer ist.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522" y="1671569"/>
            <a:ext cx="4351438" cy="2228760"/>
          </a:xfrm>
        </p:spPr>
        <p:txBody>
          <a:bodyPr anchor="b">
            <a:normAutofit/>
          </a:bodyPr>
          <a:lstStyle/>
          <a:p>
            <a:pPr algn="l"/>
            <a:r>
              <a:rPr lang="de-DE" sz="3500"/>
              <a:t>US-02 – Aufgaben anzeigen</a:t>
            </a:r>
          </a:p>
        </p:txBody>
      </p:sp>
      <p:pic>
        <p:nvPicPr>
          <p:cNvPr id="7" name="Graphic 6" descr="Map compass">
            <a:extLst>
              <a:ext uri="{FF2B5EF4-FFF2-40B4-BE49-F238E27FC236}">
                <a16:creationId xmlns:a16="http://schemas.microsoft.com/office/drawing/2014/main" id="{F3CAFC82-73BF-B98E-4C68-590079EDE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711" y="2843834"/>
            <a:ext cx="898899" cy="89889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0523" y="4072044"/>
            <a:ext cx="4351437" cy="2057045"/>
          </a:xfrm>
        </p:spPr>
        <p:txBody>
          <a:bodyPr>
            <a:normAutofit/>
          </a:bodyPr>
          <a:lstStyle/>
          <a:p>
            <a:r>
              <a:rPr lang="de-DE" sz="1700" b="1" dirty="0"/>
              <a:t>Ziel:</a:t>
            </a:r>
            <a:r>
              <a:rPr lang="de-DE" sz="1700" dirty="0"/>
              <a:t> Alle Aufgaben anzeigen.</a:t>
            </a:r>
          </a:p>
          <a:p>
            <a:r>
              <a:rPr lang="de-DE" sz="1700" b="1" dirty="0"/>
              <a:t>Implementierung:</a:t>
            </a:r>
            <a:endParaRPr lang="de-DE" sz="1700" dirty="0"/>
          </a:p>
          <a:p>
            <a:r>
              <a:rPr lang="de-DE" sz="1700" dirty="0"/>
              <a:t>Liste aller Aufgaben im Konsolenfenster.</a:t>
            </a:r>
          </a:p>
          <a:p>
            <a:r>
              <a:rPr lang="de-DE" sz="1700" dirty="0"/>
              <a:t>Filteroptionen nach Status und Kategorie.</a:t>
            </a:r>
          </a:p>
          <a:p>
            <a:r>
              <a:rPr lang="de-DE" sz="1700" b="1" dirty="0"/>
              <a:t>Schwierigkeiten:</a:t>
            </a:r>
            <a:r>
              <a:rPr lang="de-DE" sz="1700" dirty="0"/>
              <a:t> Effiziente Anzeige und Filterung der Aufgaben.</a:t>
            </a:r>
          </a:p>
        </p:txBody>
      </p:sp>
      <p:pic>
        <p:nvPicPr>
          <p:cNvPr id="9" name="Graphic 8" descr="Map compass">
            <a:extLst>
              <a:ext uri="{FF2B5EF4-FFF2-40B4-BE49-F238E27FC236}">
                <a16:creationId xmlns:a16="http://schemas.microsoft.com/office/drawing/2014/main" id="{A99CF943-1313-44B7-AEFD-D12614510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1073" y="1469503"/>
            <a:ext cx="3918995" cy="39189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de-DE" sz="3500"/>
              <a:t>US-03 – Aufgabe erledigen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de-DE" sz="1700"/>
              <a:t>Aufgaben per ID als DONE markieren</a:t>
            </a:r>
          </a:p>
          <a:p>
            <a:r>
              <a:rPr lang="de-DE" sz="1700"/>
              <a:t>Statuswechsel OPEN → DONE</a:t>
            </a:r>
          </a:p>
          <a:p>
            <a:endParaRPr lang="de-DE" sz="1700"/>
          </a:p>
        </p:txBody>
      </p:sp>
      <p:pic>
        <p:nvPicPr>
          <p:cNvPr id="5" name="Picture 4" descr="Stift, der über einer Unterschriftszeile platziert ist">
            <a:extLst>
              <a:ext uri="{FF2B5EF4-FFF2-40B4-BE49-F238E27FC236}">
                <a16:creationId xmlns:a16="http://schemas.microsoft.com/office/drawing/2014/main" id="{335AB698-B3F9-08EC-4B77-1C8E7AF26D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672" r="2777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BCE0FB-ADDD-4B37-A958-519663E8E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8A981E-6C01-464B-9B2A-810AFEC27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170432"/>
            <a:ext cx="7900416" cy="2734056"/>
          </a:xfrm>
        </p:spPr>
        <p:txBody>
          <a:bodyPr anchor="b">
            <a:normAutofit/>
          </a:bodyPr>
          <a:lstStyle/>
          <a:p>
            <a:pPr algn="l"/>
            <a:r>
              <a:rPr lang="de-DE" sz="7000">
                <a:solidFill>
                  <a:schemeClr val="tx2"/>
                </a:solidFill>
              </a:rPr>
              <a:t>US-04 – Aufgabe löschen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710E47-0781-4953-BBDA-8EF627A7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9426" y="246028"/>
            <a:ext cx="191621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4069080"/>
            <a:ext cx="7886700" cy="2042605"/>
          </a:xfrm>
        </p:spPr>
        <p:txBody>
          <a:bodyPr anchor="t">
            <a:normAutofit/>
          </a:bodyPr>
          <a:lstStyle/>
          <a:p>
            <a:r>
              <a:rPr lang="de-DE" sz="1600">
                <a:solidFill>
                  <a:schemeClr val="tx2"/>
                </a:solidFill>
              </a:rPr>
              <a:t>Aufgaben anhand der ID löschen</a:t>
            </a:r>
          </a:p>
          <a:p>
            <a:r>
              <a:rPr lang="de-DE" sz="1600">
                <a:solidFill>
                  <a:schemeClr val="tx2"/>
                </a:solidFill>
              </a:rPr>
              <a:t>TaskDeleter + TaskService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D265C-1D38-4B36-8572-366ED6A60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30330" y="6522756"/>
            <a:ext cx="8037891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C536A3-D654-4FB9-BB50-B236B87BB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44791" y="6400800"/>
            <a:ext cx="338328" cy="240175"/>
            <a:chOff x="4089400" y="933450"/>
            <a:chExt cx="338328" cy="34193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41ACF7F-B3F4-4E4E-AECF-076FA5AB6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A76DEDF-ED9E-43F5-BD8F-87A9A7A06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3500" dirty="0"/>
              <a:t>US‑05 – Kategorien verwalten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de-DE" sz="1700"/>
              <a:t>Kategorien anlegen und anzeigen</a:t>
            </a:r>
          </a:p>
          <a:p>
            <a:r>
              <a:rPr lang="de-DE" sz="1700"/>
              <a:t>CategoryService, CategoryRepository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43FE7A-804C-26FA-AB6C-A006267FDC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9" r="4642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3500"/>
              <a:t>US-06 – Kategorien anzeigen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de-DE" sz="1700"/>
              <a:t>Menüführung in der Konsole</a:t>
            </a:r>
          </a:p>
          <a:p>
            <a:r>
              <a:rPr lang="de-DE" sz="1700"/>
              <a:t>ConsoleApp als zentrale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24908-85DC-61F6-C280-43A567C3A3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18" r="57140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de-DE" sz="3500" dirty="0"/>
              <a:t>US‑07 – Persistenz mit SQLite &amp; </a:t>
            </a:r>
            <a:r>
              <a:rPr lang="de-DE" sz="3500" dirty="0" err="1"/>
              <a:t>jOOQ</a:t>
            </a:r>
            <a:endParaRPr lang="de-DE" sz="3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B45DBD-0E9B-FF9C-1B9B-133E592C0D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425" b="2"/>
          <a:stretch>
            <a:fillRect/>
          </a:stretch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1EA323-F34D-F7C0-3580-4E102625BA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091394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de-DE" sz="3500" dirty="0"/>
              <a:t>US‑08 – Start über Maven </a:t>
            </a:r>
            <a:r>
              <a:rPr lang="de-DE" sz="3500" dirty="0" err="1"/>
              <a:t>Exec</a:t>
            </a:r>
            <a:r>
              <a:rPr lang="de-DE" sz="3500" dirty="0"/>
              <a:t> Plugin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47A080-C1B8-4042-C65B-EB153118C1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96" r="24941" b="-2"/>
          <a:stretch>
            <a:fillRect/>
          </a:stretch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C01B42-DDD5-6E79-D326-691E83762C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6988994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de-DE" sz="3500" dirty="0">
                <a:solidFill>
                  <a:srgbClr val="FFFFFF"/>
                </a:solidFill>
              </a:rPr>
              <a:t>US‑09 – Filtern nach Status/Kategorie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3086645-F7FC-BEDB-22B0-E1A31DF65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34055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de-DE" sz="4200" dirty="0"/>
              <a:t>US‑10 – Überfällige Aufgaben kennzeichnen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de-DE" sz="2100"/>
              <a:t>Automatische OVERDUE‑Markierung</a:t>
            </a:r>
          </a:p>
          <a:p>
            <a:r>
              <a:rPr lang="de-DE" sz="2100"/>
              <a:t>Vergleich Fälligkeitsdatum mit aktuellem Datum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de-DE" sz="3500">
                <a:solidFill>
                  <a:srgbClr val="FFFFFF"/>
                </a:solidFill>
              </a:rPr>
              <a:t>Herausforderungen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650703-B1CF-495B-7E7C-FA531AE1F7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974348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de-DE" sz="3500">
                <a:solidFill>
                  <a:srgbClr val="FFFFFF"/>
                </a:solidFill>
              </a:rPr>
              <a:t>Fazit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FF278A-81CC-9005-8ACE-629AC69EEF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227853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1925" y="818984"/>
            <a:ext cx="5036024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Fragen?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047" y="4960961"/>
            <a:ext cx="5291920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Danke für die Aufmerksamkeit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Microsoft Macintosh PowerPoint</Application>
  <PresentationFormat>Bildschirmpräsentation (4:3)</PresentationFormat>
  <Paragraphs>63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-apple-system</vt:lpstr>
      <vt:lpstr>Arial</vt:lpstr>
      <vt:lpstr>Calibri</vt:lpstr>
      <vt:lpstr>Office Theme</vt:lpstr>
      <vt:lpstr>ToDo App – User Stories 1–10</vt:lpstr>
      <vt:lpstr>Projektüberblick</vt:lpstr>
      <vt:lpstr>User Stories Überblick</vt:lpstr>
      <vt:lpstr>US-01 – Aufgabe anlegen</vt:lpstr>
      <vt:lpstr>US-02 – Aufgaben anzeigen</vt:lpstr>
      <vt:lpstr>US-03 – Aufgabe erledigen</vt:lpstr>
      <vt:lpstr>US-04 – Aufgabe löschen</vt:lpstr>
      <vt:lpstr>US‑05 – Kategorien verwalten</vt:lpstr>
      <vt:lpstr>US-06 – Kategorien anzeigen</vt:lpstr>
      <vt:lpstr>US‑07 – Persistenz mit SQLite &amp; jOOQ</vt:lpstr>
      <vt:lpstr>US‑08 – Start über Maven Exec Plugin</vt:lpstr>
      <vt:lpstr>US‑09 – Filtern nach Status/Kategorie</vt:lpstr>
      <vt:lpstr>US‑10 – Überfällige Aufgaben kennzeichnen</vt:lpstr>
      <vt:lpstr>Herausforderungen</vt:lpstr>
      <vt:lpstr>Fazit</vt:lpstr>
      <vt:lpstr>Fragen?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Ali Aladani</cp:lastModifiedBy>
  <cp:revision>3</cp:revision>
  <dcterms:created xsi:type="dcterms:W3CDTF">2013-01-27T09:14:16Z</dcterms:created>
  <dcterms:modified xsi:type="dcterms:W3CDTF">2026-02-02T14:32:45Z</dcterms:modified>
  <cp:category/>
</cp:coreProperties>
</file>